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language/attributes/no_unique_addres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memory/uses_allocator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6</a:t>
            </a:r>
            <a:br>
              <a:rPr lang="en-US" dirty="0"/>
            </a:br>
            <a:br>
              <a:rPr lang="ru-RU" dirty="0"/>
            </a:br>
            <a:r>
              <a:rPr lang="ru-RU" dirty="0" err="1"/>
              <a:t>Аллокаторы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51EA-8D35-42D3-997E-23324711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</a:t>
            </a:r>
            <a:r>
              <a:rPr lang="ru-RU" dirty="0" err="1"/>
              <a:t>кастомные</a:t>
            </a:r>
            <a:r>
              <a:rPr lang="ru-RU" dirty="0"/>
              <a:t> </a:t>
            </a:r>
            <a:r>
              <a:rPr lang="ru-RU" dirty="0" err="1"/>
              <a:t>аллокаторы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7507E-889C-43E5-B970-CBAB7BE36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825624"/>
            <a:ext cx="11377264" cy="4843735"/>
          </a:xfrm>
        </p:spPr>
        <p:txBody>
          <a:bodyPr>
            <a:normAutofit/>
          </a:bodyPr>
          <a:lstStyle/>
          <a:p>
            <a:r>
              <a:rPr lang="ru-RU" dirty="0"/>
              <a:t>Хотим более гибко и </a:t>
            </a:r>
            <a:r>
              <a:rPr lang="ru-RU" dirty="0" err="1"/>
              <a:t>таргетированно</a:t>
            </a:r>
            <a:r>
              <a:rPr lang="ru-RU" dirty="0"/>
              <a:t> </a:t>
            </a:r>
            <a:r>
              <a:rPr lang="ru-RU" dirty="0" err="1"/>
              <a:t>менеджерить</a:t>
            </a:r>
            <a:r>
              <a:rPr lang="ru-RU" dirty="0"/>
              <a:t> память</a:t>
            </a:r>
          </a:p>
          <a:p>
            <a:r>
              <a:rPr lang="ru-RU" dirty="0"/>
              <a:t>Хотим использовать свои эвристики выделения памяти</a:t>
            </a:r>
          </a:p>
          <a:p>
            <a:r>
              <a:rPr lang="ru-RU" dirty="0"/>
              <a:t>Хотим реже обращаться к стандартному </a:t>
            </a:r>
            <a:r>
              <a:rPr lang="ru-RU" dirty="0" err="1"/>
              <a:t>аллокатору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6670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90B5-A840-44EE-A7F2-6F0077B88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48B1A-46CB-4909-822B-E342A536C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allocate(n)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выделить память под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элементов типа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(, но не создавать их)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deallocate(p, n) –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освободить память от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объектов типа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 указателю 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(, но не уничтожать объекты)</a:t>
            </a:r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construct(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...) –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создать объект по адресу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из аргументов конструктора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(, но память уже выделена)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destroy(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–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разрушить объект по указателю </a:t>
            </a:r>
            <a:r>
              <a:rPr lang="en-US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xp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но не освобождать память)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638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000C-D54C-4C67-8FEC-9EB17581C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allocator_traits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D87C9-929F-4C8E-A161-53D70A237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Автоматически доопределяет очевидные вещи для </a:t>
            </a:r>
            <a:r>
              <a:rPr lang="ru-RU" dirty="0" err="1"/>
              <a:t>аллокаторов</a:t>
            </a:r>
            <a:r>
              <a:rPr lang="ru-RU" dirty="0"/>
              <a:t> (</a:t>
            </a:r>
            <a:r>
              <a:rPr lang="en-US" dirty="0"/>
              <a:t>rebind, construct, destroy, using…</a:t>
            </a:r>
            <a:r>
              <a:rPr lang="ru-RU" dirty="0"/>
              <a:t>)</a:t>
            </a:r>
          </a:p>
          <a:p>
            <a:r>
              <a:rPr lang="ru-RU" dirty="0"/>
              <a:t>Эти методы и </a:t>
            </a:r>
            <a:r>
              <a:rPr lang="en-US" dirty="0"/>
              <a:t>using-</a:t>
            </a:r>
            <a:r>
              <a:rPr lang="ru-RU" dirty="0"/>
              <a:t>и можно не прописывать в своём </a:t>
            </a:r>
            <a:r>
              <a:rPr lang="ru-RU" dirty="0" err="1"/>
              <a:t>аллокаторе</a:t>
            </a:r>
            <a:r>
              <a:rPr lang="ru-RU" dirty="0"/>
              <a:t>, если они тривиальны</a:t>
            </a:r>
          </a:p>
          <a:p>
            <a:r>
              <a:rPr lang="ru-RU" dirty="0"/>
              <a:t>Обращаться к методам </a:t>
            </a:r>
            <a:r>
              <a:rPr lang="ru-RU" dirty="0" err="1"/>
              <a:t>аллокатора</a:t>
            </a:r>
            <a:r>
              <a:rPr lang="ru-RU" dirty="0"/>
              <a:t> нужно всегда через </a:t>
            </a:r>
            <a:r>
              <a:rPr lang="en-US" dirty="0" err="1"/>
              <a:t>allocator_traits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8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5732-178C-4F21-B9C5-CFECDD7D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Allocator-aware containers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CE5DD-43D1-4716-9FD1-A1D715B14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делать с </a:t>
            </a:r>
            <a:r>
              <a:rPr lang="ru-RU" dirty="0" err="1"/>
              <a:t>аллокатором</a:t>
            </a:r>
            <a:r>
              <a:rPr lang="ru-RU" dirty="0"/>
              <a:t> контейнера при его использовании в конструкторе копирования? (например, скопировать </a:t>
            </a:r>
            <a:r>
              <a:rPr lang="ru-RU" dirty="0" err="1"/>
              <a:t>аллокатор</a:t>
            </a:r>
            <a:r>
              <a:rPr lang="ru-RU" dirty="0"/>
              <a:t> или использовать дефолтный) – отвечает </a:t>
            </a:r>
            <a:r>
              <a:rPr lang="en-US" b="1" dirty="0" err="1"/>
              <a:t>select_on_container_copy_construction</a:t>
            </a:r>
            <a:endParaRPr lang="ru-RU" b="1" dirty="0"/>
          </a:p>
          <a:p>
            <a:r>
              <a:rPr lang="ru-RU" dirty="0"/>
              <a:t>А операторе присваивания копированием? - </a:t>
            </a:r>
            <a:r>
              <a:rPr lang="en-US" b="1" dirty="0" err="1"/>
              <a:t>propagate_on_container_copy_assignment</a:t>
            </a:r>
            <a:r>
              <a:rPr lang="en-US" b="1" dirty="0"/>
              <a:t>, </a:t>
            </a:r>
            <a:r>
              <a:rPr lang="ru-RU" dirty="0"/>
              <a:t>заменяет </a:t>
            </a:r>
            <a:r>
              <a:rPr lang="ru-RU" dirty="0" err="1"/>
              <a:t>аллокатор</a:t>
            </a:r>
            <a:r>
              <a:rPr lang="ru-RU" dirty="0"/>
              <a:t>, если этот флаг выставлен.</a:t>
            </a:r>
            <a:endParaRPr lang="ru-RU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94461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39BC-E046-48DA-B239-CBB1B0E3C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хранить </a:t>
            </a:r>
            <a:r>
              <a:rPr lang="ru-RU" dirty="0" err="1"/>
              <a:t>аллокатор</a:t>
            </a:r>
            <a:r>
              <a:rPr lang="ru-RU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31224-FDA0-48AF-AA54-A4D24FC0D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Дефолтный </a:t>
            </a:r>
            <a:r>
              <a:rPr lang="ru-RU" dirty="0" err="1"/>
              <a:t>аллокатор</a:t>
            </a:r>
            <a:r>
              <a:rPr lang="ru-RU" dirty="0"/>
              <a:t> пустой, поэтому можно </a:t>
            </a:r>
            <a:r>
              <a:rPr lang="ru-RU" dirty="0" err="1"/>
              <a:t>отнаследоваться</a:t>
            </a:r>
            <a:r>
              <a:rPr lang="ru-RU" dirty="0"/>
              <a:t> от </a:t>
            </a:r>
            <a:r>
              <a:rPr lang="ru-RU" dirty="0" err="1"/>
              <a:t>аллокатора</a:t>
            </a:r>
            <a:r>
              <a:rPr lang="ru-RU" dirty="0"/>
              <a:t>, тогда применится </a:t>
            </a:r>
            <a:r>
              <a:rPr lang="en-US" dirty="0"/>
              <a:t>EBO(empty base optimization)</a:t>
            </a:r>
          </a:p>
          <a:p>
            <a:r>
              <a:rPr lang="ru-RU" dirty="0"/>
              <a:t>Начиная с </a:t>
            </a:r>
            <a:r>
              <a:rPr lang="en-US" dirty="0"/>
              <a:t>C++20 </a:t>
            </a:r>
            <a:r>
              <a:rPr lang="ru-RU" dirty="0"/>
              <a:t>можно использовать </a:t>
            </a:r>
            <a:r>
              <a:rPr lang="ru-RU" dirty="0">
                <a:hlinkClick r:id="rId2"/>
              </a:rPr>
              <a:t>атрибут</a:t>
            </a:r>
            <a:r>
              <a:rPr lang="ru-RU" dirty="0"/>
              <a:t> </a:t>
            </a:r>
            <a:r>
              <a:rPr lang="en-US" b="1" dirty="0"/>
              <a:t>[[</a:t>
            </a:r>
            <a:r>
              <a:rPr lang="en-US" b="1" dirty="0" err="1"/>
              <a:t>no_unique_address</a:t>
            </a:r>
            <a:r>
              <a:rPr lang="en-US" b="1" dirty="0"/>
              <a:t>]]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604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C470-BAA1-489E-9F0E-AE2EDC46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Scoped allocators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A46E-1D09-4294-A783-B44CF2531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825624"/>
            <a:ext cx="10802416" cy="484373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Пусть у нас есть контейнер для хранения других контейнеров</a:t>
            </a:r>
          </a:p>
          <a:p>
            <a:r>
              <a:rPr lang="ru-RU" dirty="0"/>
              <a:t>Как заставить внутренние контейнеры использовать тот же </a:t>
            </a:r>
            <a:r>
              <a:rPr lang="ru-RU" dirty="0" err="1"/>
              <a:t>аллокатор</a:t>
            </a:r>
            <a:r>
              <a:rPr lang="ru-RU" dirty="0"/>
              <a:t>, что и внешний контейнер?</a:t>
            </a:r>
          </a:p>
          <a:p>
            <a:r>
              <a:rPr lang="en-US" dirty="0" err="1"/>
              <a:t>scoped_allocator_adapter</a:t>
            </a:r>
            <a:endParaRPr lang="en-US" dirty="0"/>
          </a:p>
          <a:p>
            <a:r>
              <a:rPr lang="ru-RU" dirty="0"/>
              <a:t>В таком случае, внутренний контейнер получит нужный ему </a:t>
            </a:r>
            <a:r>
              <a:rPr lang="ru-RU" dirty="0" err="1"/>
              <a:t>аллокатор</a:t>
            </a:r>
            <a:r>
              <a:rPr lang="ru-RU" dirty="0"/>
              <a:t> в качестве последнего </a:t>
            </a:r>
            <a:r>
              <a:rPr lang="ru-RU" dirty="0" err="1"/>
              <a:t>арумента</a:t>
            </a:r>
            <a:r>
              <a:rPr lang="ru-RU" dirty="0"/>
              <a:t> в </a:t>
            </a:r>
            <a:r>
              <a:rPr lang="en-US" dirty="0"/>
              <a:t>construct</a:t>
            </a:r>
          </a:p>
          <a:p>
            <a:r>
              <a:rPr lang="ru-RU" dirty="0"/>
              <a:t>Если </a:t>
            </a:r>
            <a:r>
              <a:rPr lang="ru-RU" dirty="0" err="1"/>
              <a:t>аллокаторов</a:t>
            </a:r>
            <a:r>
              <a:rPr lang="ru-RU" dirty="0"/>
              <a:t> больше, чем уровней контейнера, то они не используются, иначе – используется последний тип </a:t>
            </a:r>
            <a:r>
              <a:rPr lang="ru-RU" dirty="0" err="1"/>
              <a:t>аллокатора</a:t>
            </a:r>
            <a:endParaRPr lang="ru-RU" dirty="0"/>
          </a:p>
          <a:p>
            <a:r>
              <a:rPr lang="ru-RU" dirty="0"/>
              <a:t>Должны проверить, есть ли у объекта вообще конструктор от </a:t>
            </a:r>
            <a:r>
              <a:rPr lang="ru-RU" dirty="0" err="1"/>
              <a:t>аллокатора</a:t>
            </a:r>
            <a:r>
              <a:rPr lang="ru-RU" dirty="0"/>
              <a:t> (</a:t>
            </a:r>
            <a:r>
              <a:rPr lang="en-US" dirty="0">
                <a:hlinkClick r:id="rId2"/>
              </a:rPr>
              <a:t>std::</a:t>
            </a:r>
            <a:r>
              <a:rPr lang="en-US" dirty="0" err="1">
                <a:hlinkClick r:id="rId2"/>
              </a:rPr>
              <a:t>uses_allocator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5362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6DEA-8D46-48E0-BBF8-E535229B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59"/>
            <a:ext cx="10515600" cy="1325563"/>
          </a:xfrm>
        </p:spPr>
        <p:txBody>
          <a:bodyPr/>
          <a:lstStyle/>
          <a:p>
            <a:r>
              <a:rPr lang="en-US" dirty="0"/>
              <a:t>Polymorphic allocators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B7F7-F7D1-467A-BB20-10F1DCA7F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412776"/>
            <a:ext cx="11017224" cy="5328592"/>
          </a:xfrm>
        </p:spPr>
        <p:txBody>
          <a:bodyPr>
            <a:normAutofit/>
          </a:bodyPr>
          <a:lstStyle/>
          <a:p>
            <a:r>
              <a:rPr lang="ru-RU" dirty="0"/>
              <a:t>При работе с </a:t>
            </a:r>
            <a:r>
              <a:rPr lang="ru-RU" dirty="0" err="1"/>
              <a:t>аллокаторами</a:t>
            </a:r>
            <a:r>
              <a:rPr lang="ru-RU" dirty="0"/>
              <a:t> могут возникнуть проблемы из-за того, что </a:t>
            </a:r>
            <a:r>
              <a:rPr lang="ru-RU" dirty="0" err="1"/>
              <a:t>аллокатор</a:t>
            </a:r>
            <a:r>
              <a:rPr lang="ru-RU" dirty="0"/>
              <a:t> является шаблонным параметром</a:t>
            </a:r>
          </a:p>
          <a:p>
            <a:r>
              <a:rPr lang="ru-RU" dirty="0"/>
              <a:t>Например, нельзя присваивать другому контейнеру с другим </a:t>
            </a:r>
            <a:r>
              <a:rPr lang="ru-RU" dirty="0" err="1"/>
              <a:t>аллокатором</a:t>
            </a:r>
            <a:r>
              <a:rPr lang="ru-RU" dirty="0"/>
              <a:t>, или передавать в функцию</a:t>
            </a:r>
          </a:p>
          <a:p>
            <a:r>
              <a:rPr lang="ru-RU" dirty="0"/>
              <a:t>Эту проблему решают полиморфные </a:t>
            </a:r>
            <a:r>
              <a:rPr lang="ru-RU" dirty="0" err="1"/>
              <a:t>аллокаторы</a:t>
            </a:r>
            <a:r>
              <a:rPr lang="ru-RU" dirty="0"/>
              <a:t> из </a:t>
            </a:r>
            <a:r>
              <a:rPr lang="en-US" dirty="0"/>
              <a:t>std::</a:t>
            </a:r>
            <a:r>
              <a:rPr lang="en-US" dirty="0" err="1"/>
              <a:t>pmr</a:t>
            </a:r>
            <a:endParaRPr lang="en-US" dirty="0"/>
          </a:p>
          <a:p>
            <a:r>
              <a:rPr lang="ru-RU" dirty="0"/>
              <a:t>Нужно использовать контейнеры из </a:t>
            </a:r>
            <a:r>
              <a:rPr lang="en-US" dirty="0"/>
              <a:t>std::</a:t>
            </a:r>
            <a:r>
              <a:rPr lang="en-US" dirty="0" err="1"/>
              <a:t>pmr</a:t>
            </a:r>
            <a:r>
              <a:rPr lang="en-US" dirty="0"/>
              <a:t>, </a:t>
            </a:r>
            <a:r>
              <a:rPr lang="ru-RU" dirty="0"/>
              <a:t>например, </a:t>
            </a:r>
            <a:r>
              <a:rPr lang="en-US" dirty="0"/>
              <a:t>std::</a:t>
            </a:r>
            <a:r>
              <a:rPr lang="en-US" dirty="0" err="1"/>
              <a:t>pmr</a:t>
            </a:r>
            <a:r>
              <a:rPr lang="en-US" dirty="0"/>
              <a:t>::vector&lt;char&gt;</a:t>
            </a:r>
            <a:endParaRPr lang="ru-RU" dirty="0"/>
          </a:p>
          <a:p>
            <a:r>
              <a:rPr lang="ru-RU" dirty="0"/>
              <a:t>Автоматически поддерживают функционал </a:t>
            </a:r>
            <a:r>
              <a:rPr lang="en-US" dirty="0" err="1"/>
              <a:t>scoped_allocator</a:t>
            </a:r>
            <a:endParaRPr lang="ru-RU" dirty="0"/>
          </a:p>
          <a:p>
            <a:r>
              <a:rPr lang="ru-RU" dirty="0"/>
              <a:t>Позволяют спрятать реальный тип </a:t>
            </a:r>
            <a:r>
              <a:rPr lang="ru-RU" dirty="0" err="1"/>
              <a:t>аллокатора</a:t>
            </a:r>
            <a:r>
              <a:rPr lang="ru-RU" dirty="0"/>
              <a:t> с помощью динамического полиморфизма (как именно – изучим позже)</a:t>
            </a:r>
            <a:endParaRPr lang="en-US" dirty="0"/>
          </a:p>
          <a:p>
            <a:r>
              <a:rPr lang="en-US" dirty="0"/>
              <a:t>std::</a:t>
            </a:r>
            <a:r>
              <a:rPr lang="en-US" dirty="0" err="1"/>
              <a:t>memory_resource</a:t>
            </a:r>
            <a:r>
              <a:rPr lang="en-US" dirty="0"/>
              <a:t> – </a:t>
            </a:r>
            <a:r>
              <a:rPr lang="ru-RU" dirty="0"/>
              <a:t>абстрактный класс</a:t>
            </a:r>
          </a:p>
        </p:txBody>
      </p:sp>
    </p:spTree>
    <p:extLst>
      <p:ext uri="{BB962C8B-B14F-4D97-AF65-F5344CB8AC3E}">
        <p14:creationId xmlns:p14="http://schemas.microsoft.com/office/powerpoint/2010/main" val="2103243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7461</TotalTime>
  <Words>420</Words>
  <Application>Microsoft Office PowerPoint</Application>
  <DocSecurity>0</DocSecurity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Семинар №6  Аллокаторы</vt:lpstr>
      <vt:lpstr>Зачем нужны кастомные аллокаторы</vt:lpstr>
      <vt:lpstr>Синтаксис</vt:lpstr>
      <vt:lpstr>allocator_traits</vt:lpstr>
      <vt:lpstr>Allocator-aware containers</vt:lpstr>
      <vt:lpstr>Как хранить аллокатор?</vt:lpstr>
      <vt:lpstr>Scoped allocators</vt:lpstr>
      <vt:lpstr>Polymorphic allocators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№3  Итераторы. Продолжение</dc:title>
  <dc:subject/>
  <dc:creator/>
  <cp:keywords/>
  <dc:description/>
  <cp:lastModifiedBy>Konstantin Dragun</cp:lastModifiedBy>
  <cp:revision>41</cp:revision>
  <dcterms:created xsi:type="dcterms:W3CDTF">2012-12-03T06:56:55Z</dcterms:created>
  <dcterms:modified xsi:type="dcterms:W3CDTF">2025-03-16T18:09:27Z</dcterms:modified>
  <cp:category/>
  <dc:identifier/>
  <cp:contentStatus/>
  <dc:language/>
  <cp:version/>
</cp:coreProperties>
</file>