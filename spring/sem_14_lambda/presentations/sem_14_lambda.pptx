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06.05.2025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14</a:t>
            </a:r>
            <a:br>
              <a:rPr lang="en-US" dirty="0"/>
            </a:br>
            <a:br>
              <a:rPr lang="ru-RU" dirty="0"/>
            </a:br>
            <a:r>
              <a:rPr lang="en-US" dirty="0"/>
              <a:t>lambda-</a:t>
            </a:r>
            <a:r>
              <a:rPr lang="ru-RU" dirty="0"/>
              <a:t>функции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B149-C1FA-42DA-A8E3-69331F1F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905F0-28E1-4AFF-BBEF-9062BC3D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Предположим, мы хотим отсортировать массив интересующим нас способом.</a:t>
            </a:r>
          </a:p>
          <a:p>
            <a:r>
              <a:rPr lang="ru-RU" dirty="0"/>
              <a:t>Какие есть для этого варианты</a:t>
            </a:r>
            <a:r>
              <a:rPr lang="en-US" dirty="0"/>
              <a:t>:</a:t>
            </a:r>
          </a:p>
          <a:p>
            <a:pPr lvl="1"/>
            <a:r>
              <a:rPr lang="ru-RU" b="1" dirty="0">
                <a:solidFill>
                  <a:srgbClr val="FF0000"/>
                </a:solidFill>
              </a:rPr>
              <a:t>Обернуть класс и перегрузить </a:t>
            </a:r>
            <a:r>
              <a:rPr lang="en-US" b="1" dirty="0">
                <a:solidFill>
                  <a:srgbClr val="FF0000"/>
                </a:solidFill>
              </a:rPr>
              <a:t>“&lt;“</a:t>
            </a:r>
          </a:p>
          <a:p>
            <a:pPr lvl="1"/>
            <a:r>
              <a:rPr lang="ru-RU" b="1" dirty="0">
                <a:solidFill>
                  <a:srgbClr val="FFC000"/>
                </a:solidFill>
              </a:rPr>
              <a:t>Использовать указатель на функцию</a:t>
            </a:r>
          </a:p>
          <a:p>
            <a:pPr lvl="1"/>
            <a:r>
              <a:rPr lang="ru-RU" b="1" dirty="0">
                <a:solidFill>
                  <a:srgbClr val="FFC000"/>
                </a:solidFill>
              </a:rPr>
              <a:t>Использовать функтор</a:t>
            </a:r>
          </a:p>
          <a:p>
            <a:pPr lvl="1"/>
            <a:r>
              <a:rPr lang="ru-RU" b="1" dirty="0">
                <a:solidFill>
                  <a:srgbClr val="00B050"/>
                </a:solidFill>
              </a:rPr>
              <a:t>Использовать лямбда-функцию</a:t>
            </a:r>
          </a:p>
        </p:txBody>
      </p:sp>
    </p:spTree>
    <p:extLst>
      <p:ext uri="{BB962C8B-B14F-4D97-AF65-F5344CB8AC3E}">
        <p14:creationId xmlns:p14="http://schemas.microsoft.com/office/powerpoint/2010/main" val="367153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BD56-3B90-40B0-9D23-E946F062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(</a:t>
            </a:r>
            <a:r>
              <a:rPr lang="ru-RU" dirty="0"/>
              <a:t>захват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6A4DD-4E46-4ED9-AD87-7B39CF1B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97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Предположим, хотим менять поведение в лямбде с помощью внешних переменных</a:t>
            </a:r>
          </a:p>
          <a:p>
            <a:r>
              <a:rPr lang="ru-RU" dirty="0"/>
              <a:t>Использовать этот параметр в качестве аргумента можно не всегда</a:t>
            </a:r>
          </a:p>
          <a:p>
            <a:r>
              <a:rPr lang="ru-RU" dirty="0"/>
              <a:t>Существует список захвата</a:t>
            </a:r>
            <a:r>
              <a:rPr lang="en-US" dirty="0"/>
              <a:t>: […] (</a:t>
            </a:r>
            <a:r>
              <a:rPr lang="ru-RU" dirty="0"/>
              <a:t>например, </a:t>
            </a:r>
            <a:r>
              <a:rPr lang="en-US" dirty="0"/>
              <a:t>[x])</a:t>
            </a:r>
          </a:p>
          <a:p>
            <a:r>
              <a:rPr lang="ru-RU" dirty="0"/>
              <a:t>По умолчанию захватывается по значению</a:t>
            </a:r>
          </a:p>
          <a:p>
            <a:r>
              <a:rPr lang="ru-RU" dirty="0"/>
              <a:t>Можно захватить по ссылке</a:t>
            </a:r>
            <a:r>
              <a:rPr lang="en-US" dirty="0"/>
              <a:t> (</a:t>
            </a:r>
            <a:r>
              <a:rPr lang="ru-RU" dirty="0"/>
              <a:t>например, </a:t>
            </a:r>
            <a:r>
              <a:rPr lang="en-US" dirty="0"/>
              <a:t>[&amp;x])</a:t>
            </a:r>
          </a:p>
          <a:p>
            <a:r>
              <a:rPr lang="ru-RU" dirty="0"/>
              <a:t>Можно захватить все по значению </a:t>
            </a:r>
            <a:r>
              <a:rPr lang="en-US" dirty="0"/>
              <a:t>[=] </a:t>
            </a:r>
            <a:r>
              <a:rPr lang="ru-RU" dirty="0"/>
              <a:t>или по ссылке </a:t>
            </a:r>
            <a:r>
              <a:rPr lang="en-US" dirty="0"/>
              <a:t>[&amp;] (</a:t>
            </a:r>
            <a:r>
              <a:rPr lang="ru-RU" dirty="0"/>
              <a:t>захватываются только используемые локальные переменные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2F236-DDCB-4E26-9E71-AEB879807516}"/>
              </a:ext>
            </a:extLst>
          </p:cNvPr>
          <p:cNvSpPr txBox="1"/>
          <p:nvPr/>
        </p:nvSpPr>
        <p:spPr>
          <a:xfrm flipH="1">
            <a:off x="551381" y="6183313"/>
            <a:ext cx="583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Демо</a:t>
            </a:r>
            <a:r>
              <a:rPr lang="en-US" dirty="0"/>
              <a:t>: sort.cpp -&gt; ref.cpp -&gt; counter.cpp -&gt; const.cpp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03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14E7-F1CC-4F13-B27F-E2798277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46D5-0CFB-4EBC-A7D7-AC6F2674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8440" cy="4351338"/>
          </a:xfrm>
        </p:spPr>
        <p:txBody>
          <a:bodyPr/>
          <a:lstStyle/>
          <a:p>
            <a:r>
              <a:rPr lang="ru-RU" dirty="0"/>
              <a:t>При захвате по ссылке, ссылка не константная</a:t>
            </a:r>
          </a:p>
          <a:p>
            <a:r>
              <a:rPr lang="ru-RU" dirty="0"/>
              <a:t>Но если объект захвачен по значению, то его менять нельзя, так как </a:t>
            </a:r>
            <a:r>
              <a:rPr lang="en-US" dirty="0"/>
              <a:t>operator() const.</a:t>
            </a:r>
          </a:p>
          <a:p>
            <a:r>
              <a:rPr lang="ru-RU" dirty="0"/>
              <a:t>Чтобы менять объекты, захваченные по значению, нужно использовать </a:t>
            </a:r>
            <a:r>
              <a:rPr lang="en-US" dirty="0"/>
              <a:t>mutable </a:t>
            </a:r>
            <a:r>
              <a:rPr lang="ru-RU" dirty="0"/>
              <a:t>перед </a:t>
            </a:r>
            <a:r>
              <a:rPr lang="en-US" dirty="0"/>
              <a:t>‘{‘</a:t>
            </a:r>
          </a:p>
          <a:p>
            <a:r>
              <a:rPr lang="ru-RU" dirty="0"/>
              <a:t>Оно не делает поля </a:t>
            </a:r>
            <a:r>
              <a:rPr lang="en-US" dirty="0"/>
              <a:t>mutable, </a:t>
            </a:r>
            <a:r>
              <a:rPr lang="ru-RU" dirty="0"/>
              <a:t>но убирать </a:t>
            </a:r>
            <a:r>
              <a:rPr lang="en-US" dirty="0"/>
              <a:t>const </a:t>
            </a:r>
            <a:r>
              <a:rPr lang="ru-RU" dirty="0"/>
              <a:t>с оператора ()</a:t>
            </a:r>
          </a:p>
        </p:txBody>
      </p:sp>
    </p:spTree>
    <p:extLst>
      <p:ext uri="{BB962C8B-B14F-4D97-AF65-F5344CB8AC3E}">
        <p14:creationId xmlns:p14="http://schemas.microsoft.com/office/powerpoint/2010/main" val="254317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D1B2-1691-46B1-84DE-2DAA6D5C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with initialization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AB7F-2499-4939-8614-6D3641BFF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захватить объект, проинициализировав им сразу объект внутри лямбды</a:t>
            </a:r>
            <a:r>
              <a:rPr lang="en-US" dirty="0"/>
              <a:t>: [x = y + 15]</a:t>
            </a:r>
          </a:p>
          <a:p>
            <a:r>
              <a:rPr lang="ru-RU" dirty="0"/>
              <a:t>Аналогично можно по ссылке</a:t>
            </a:r>
            <a:r>
              <a:rPr lang="en-US" dirty="0"/>
              <a:t>: [&amp;x = y]</a:t>
            </a:r>
          </a:p>
          <a:p>
            <a:r>
              <a:rPr lang="ru-RU" dirty="0"/>
              <a:t>Или константной ссылке</a:t>
            </a:r>
            <a:r>
              <a:rPr lang="en-US" dirty="0"/>
              <a:t>: [&amp;x = std::</a:t>
            </a:r>
            <a:r>
              <a:rPr lang="en-US" dirty="0" err="1"/>
              <a:t>as_const</a:t>
            </a:r>
            <a:r>
              <a:rPr lang="en-US" dirty="0"/>
              <a:t>(y)]</a:t>
            </a:r>
          </a:p>
          <a:p>
            <a:r>
              <a:rPr lang="ru-RU" dirty="0"/>
              <a:t>Можно захватить с перемещением (например, </a:t>
            </a:r>
            <a:r>
              <a:rPr lang="en-US" dirty="0"/>
              <a:t>[x=std::move(x)]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164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FA98-9AE3-468C-99B9-421CDE94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with pack </a:t>
            </a:r>
            <a:r>
              <a:rPr lang="en-US" dirty="0" err="1"/>
              <a:t>expension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9683-13BD-441A-8FE6-23F9FA96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захватить в лямбду </a:t>
            </a:r>
            <a:r>
              <a:rPr lang="en-US" dirty="0"/>
              <a:t>pack </a:t>
            </a:r>
            <a:r>
              <a:rPr lang="ru-RU" dirty="0"/>
              <a:t>переменного числа объектов</a:t>
            </a:r>
            <a:r>
              <a:rPr lang="en-US" dirty="0"/>
              <a:t>: [&amp;conditions…]</a:t>
            </a:r>
          </a:p>
          <a:p>
            <a:r>
              <a:rPr lang="ru-RU" dirty="0"/>
              <a:t>Можно захватить с инициализацией</a:t>
            </a:r>
            <a:r>
              <a:rPr lang="en-US" dirty="0"/>
              <a:t>: […</a:t>
            </a:r>
            <a:r>
              <a:rPr lang="en-US" dirty="0" err="1"/>
              <a:t>conds</a:t>
            </a:r>
            <a:r>
              <a:rPr lang="en-US" dirty="0"/>
              <a:t>=std::move(</a:t>
            </a:r>
            <a:r>
              <a:rPr lang="en-US" dirty="0" err="1"/>
              <a:t>conds</a:t>
            </a:r>
            <a:r>
              <a:rPr lang="en-US" dirty="0"/>
              <a:t>)]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465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D742-40EA-433D-A2BF-ABEAF9C6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of the current object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21C63-A865-4939-8556-6FCD2C25E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захватить объект изнутри его метода,</a:t>
            </a:r>
            <a:r>
              <a:rPr lang="en-US" dirty="0"/>
              <a:t> </a:t>
            </a:r>
            <a:r>
              <a:rPr lang="ru-RU" dirty="0"/>
              <a:t>нужно захватить </a:t>
            </a:r>
            <a:r>
              <a:rPr lang="en-US" dirty="0"/>
              <a:t>this</a:t>
            </a:r>
          </a:p>
          <a:p>
            <a:r>
              <a:rPr lang="ru-RU" dirty="0"/>
              <a:t>Нужно очень внимательно следить за тем, чтобы лямбда не переживала владельца</a:t>
            </a:r>
          </a:p>
        </p:txBody>
      </p:sp>
    </p:spTree>
    <p:extLst>
      <p:ext uri="{BB962C8B-B14F-4D97-AF65-F5344CB8AC3E}">
        <p14:creationId xmlns:p14="http://schemas.microsoft.com/office/powerpoint/2010/main" val="75858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9F93-B1A2-4A79-B32A-05C2058D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Лямбда-исчисление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69A0-A095-4A94-B028-80E43AD1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Термы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Переменные</a:t>
            </a:r>
            <a:r>
              <a:rPr lang="en-US" dirty="0"/>
              <a:t>: x, y, z</a:t>
            </a:r>
          </a:p>
          <a:p>
            <a:pPr lvl="1"/>
            <a:r>
              <a:rPr lang="ru-RU" dirty="0"/>
              <a:t>Аппликация</a:t>
            </a:r>
            <a:r>
              <a:rPr lang="en-US" dirty="0"/>
              <a:t>: MN</a:t>
            </a:r>
          </a:p>
          <a:p>
            <a:pPr lvl="1"/>
            <a:r>
              <a:rPr lang="ru-RU" dirty="0"/>
              <a:t>Лямбда-абстракция</a:t>
            </a:r>
            <a:r>
              <a:rPr lang="en-US" dirty="0"/>
              <a:t>:     x. M </a:t>
            </a:r>
            <a:endParaRPr lang="ru-RU" dirty="0"/>
          </a:p>
          <a:p>
            <a:pPr lvl="1"/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6D6DBA-A999-465E-AC38-46DDBAD1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0" y="3024692"/>
            <a:ext cx="242585" cy="40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7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18472</TotalTime>
  <Words>311</Words>
  <Application>Microsoft Office PowerPoint</Application>
  <DocSecurity>0</DocSecurity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Семинар №14  lambda-функции</vt:lpstr>
      <vt:lpstr>Сортировка</vt:lpstr>
      <vt:lpstr>Capture (захват)</vt:lpstr>
      <vt:lpstr>Константность</vt:lpstr>
      <vt:lpstr>Capture with initialization</vt:lpstr>
      <vt:lpstr>Capture with pack expension</vt:lpstr>
      <vt:lpstr>Capture of the current object</vt:lpstr>
      <vt:lpstr>Лямбда-исчисление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148</cp:revision>
  <dcterms:created xsi:type="dcterms:W3CDTF">2012-12-03T06:56:55Z</dcterms:created>
  <dcterms:modified xsi:type="dcterms:W3CDTF">2025-05-08T09:54:14Z</dcterms:modified>
  <cp:category/>
  <dc:identifier/>
  <cp:contentStatus/>
  <dc:language/>
  <cp:version/>
</cp:coreProperties>
</file>