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17.05.2025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15</a:t>
            </a:r>
            <a:br>
              <a:rPr lang="en-US" dirty="0"/>
            </a:br>
            <a:br>
              <a:rPr lang="ru-RU" dirty="0"/>
            </a:br>
            <a:r>
              <a:rPr lang="en-US" dirty="0"/>
              <a:t>std::function </a:t>
            </a:r>
            <a:r>
              <a:rPr lang="ru-RU" dirty="0"/>
              <a:t>и </a:t>
            </a:r>
            <a:r>
              <a:rPr lang="en-US" dirty="0" err="1"/>
              <a:t>constexpr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FA80-9820-4712-8D47-69A1C656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D152-C462-4819-B935-1FCF88191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r>
              <a:rPr lang="en-US" dirty="0"/>
              <a:t> </a:t>
            </a:r>
            <a:r>
              <a:rPr lang="ru-RU" dirty="0"/>
              <a:t>переменные</a:t>
            </a:r>
            <a:r>
              <a:rPr lang="en-US" dirty="0"/>
              <a:t> – </a:t>
            </a:r>
            <a:r>
              <a:rPr lang="ru-RU" dirty="0"/>
              <a:t>могут быть проинициализированы </a:t>
            </a:r>
            <a:r>
              <a:rPr lang="en-US" dirty="0"/>
              <a:t>constant expression</a:t>
            </a:r>
          </a:p>
          <a:p>
            <a:r>
              <a:rPr lang="en-US" dirty="0" err="1"/>
              <a:t>constexpr</a:t>
            </a:r>
            <a:r>
              <a:rPr lang="en-US" dirty="0"/>
              <a:t> </a:t>
            </a:r>
            <a:r>
              <a:rPr lang="ru-RU" dirty="0"/>
              <a:t>функции</a:t>
            </a:r>
            <a:r>
              <a:rPr lang="en-US" dirty="0"/>
              <a:t> – </a:t>
            </a:r>
            <a:r>
              <a:rPr lang="ru-RU" dirty="0"/>
              <a:t>если аргументы </a:t>
            </a:r>
            <a:r>
              <a:rPr lang="en-US" dirty="0" err="1"/>
              <a:t>constexpr</a:t>
            </a:r>
            <a:r>
              <a:rPr lang="en-US" dirty="0"/>
              <a:t>, </a:t>
            </a:r>
            <a:r>
              <a:rPr lang="ru-RU" dirty="0"/>
              <a:t>то и вызов функции – </a:t>
            </a:r>
            <a:r>
              <a:rPr lang="en-US" dirty="0"/>
              <a:t>constant expression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5801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E173-FEB4-4D91-A8EE-DAA66E20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Что можно писать в </a:t>
            </a:r>
            <a:r>
              <a:rPr lang="en-US" sz="4000" dirty="0" err="1"/>
              <a:t>constexpr</a:t>
            </a:r>
            <a:r>
              <a:rPr lang="en-US" sz="4000" dirty="0"/>
              <a:t> </a:t>
            </a:r>
            <a:r>
              <a:rPr lang="ru-RU" sz="4000" dirty="0"/>
              <a:t>функциях</a:t>
            </a:r>
            <a:r>
              <a:rPr lang="en-US" sz="4000" dirty="0"/>
              <a:t>?</a:t>
            </a:r>
            <a:endParaRPr lang="ru-RU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D6338-1AE6-42D0-A82E-33D97D617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2416" cy="4351338"/>
          </a:xfrm>
        </p:spPr>
        <p:txBody>
          <a:bodyPr/>
          <a:lstStyle/>
          <a:p>
            <a:r>
              <a:rPr lang="ru-RU" dirty="0"/>
              <a:t>Определять переменные и </a:t>
            </a:r>
            <a:r>
              <a:rPr lang="en-US" dirty="0"/>
              <a:t>control statement (if/while/for)</a:t>
            </a:r>
          </a:p>
          <a:p>
            <a:r>
              <a:rPr lang="ru-RU" dirty="0"/>
              <a:t>Можно создавать массивы и использовать указатели</a:t>
            </a:r>
          </a:p>
          <a:p>
            <a:r>
              <a:rPr lang="ru-RU" dirty="0"/>
              <a:t>Разыменование не валидного указателя ведет к </a:t>
            </a:r>
            <a:r>
              <a:rPr lang="en-US" dirty="0"/>
              <a:t>CE</a:t>
            </a:r>
          </a:p>
          <a:p>
            <a:r>
              <a:rPr lang="en-US" dirty="0"/>
              <a:t>throw </a:t>
            </a:r>
            <a:r>
              <a:rPr lang="ru-RU" dirty="0"/>
              <a:t>можно писать в </a:t>
            </a:r>
            <a:r>
              <a:rPr lang="en-US" dirty="0" err="1"/>
              <a:t>constexpr</a:t>
            </a:r>
            <a:r>
              <a:rPr lang="en-US" dirty="0"/>
              <a:t> </a:t>
            </a:r>
            <a:r>
              <a:rPr lang="ru-RU" dirty="0"/>
              <a:t>функции, но если до него при вычислении в </a:t>
            </a:r>
            <a:r>
              <a:rPr lang="en-US" dirty="0"/>
              <a:t>compile time </a:t>
            </a:r>
            <a:r>
              <a:rPr lang="ru-RU" dirty="0"/>
              <a:t>доходит исполнение, то это </a:t>
            </a:r>
            <a:r>
              <a:rPr lang="en-US" dirty="0"/>
              <a:t>CE</a:t>
            </a:r>
          </a:p>
          <a:p>
            <a:r>
              <a:rPr lang="ru-RU" dirty="0"/>
              <a:t>Можно создавать объекты, но используемые методы должны быть </a:t>
            </a:r>
            <a:r>
              <a:rPr lang="en-US" dirty="0" err="1"/>
              <a:t>constexpr</a:t>
            </a:r>
            <a:r>
              <a:rPr lang="en-US" dirty="0"/>
              <a:t> (</a:t>
            </a:r>
            <a:r>
              <a:rPr lang="ru-RU" dirty="0"/>
              <a:t>включая конструктор и деструктор</a:t>
            </a:r>
            <a:r>
              <a:rPr lang="en-US" dirty="0"/>
              <a:t>)</a:t>
            </a:r>
          </a:p>
          <a:p>
            <a:r>
              <a:rPr lang="ru-RU" dirty="0"/>
              <a:t>Такой объект может быть параметром шаблона</a:t>
            </a:r>
            <a:endParaRPr lang="en-US" dirty="0"/>
          </a:p>
          <a:p>
            <a:r>
              <a:rPr lang="ru-RU" dirty="0"/>
              <a:t>Можно вызывать только </a:t>
            </a:r>
            <a:r>
              <a:rPr lang="en-US" dirty="0" err="1"/>
              <a:t>constexpr</a:t>
            </a:r>
            <a:r>
              <a:rPr lang="en-US" dirty="0"/>
              <a:t> </a:t>
            </a:r>
            <a:r>
              <a:rPr lang="ru-RU" dirty="0"/>
              <a:t>функции</a:t>
            </a:r>
          </a:p>
        </p:txBody>
      </p:sp>
    </p:spTree>
    <p:extLst>
      <p:ext uri="{BB962C8B-B14F-4D97-AF65-F5344CB8AC3E}">
        <p14:creationId xmlns:p14="http://schemas.microsoft.com/office/powerpoint/2010/main" val="2886632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34CF-F9B1-4380-8590-C581CC0A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6432" cy="1325563"/>
          </a:xfrm>
        </p:spPr>
        <p:txBody>
          <a:bodyPr>
            <a:normAutofit/>
          </a:bodyPr>
          <a:lstStyle/>
          <a:p>
            <a:r>
              <a:rPr lang="ru-RU" sz="3200" dirty="0"/>
              <a:t>Что можно писать в </a:t>
            </a:r>
            <a:r>
              <a:rPr lang="en-US" sz="3200" dirty="0" err="1"/>
              <a:t>constexpr</a:t>
            </a:r>
            <a:r>
              <a:rPr lang="en-US" sz="3200" dirty="0"/>
              <a:t> </a:t>
            </a:r>
            <a:r>
              <a:rPr lang="ru-RU" sz="3200" dirty="0"/>
              <a:t>функциях? (продолжение)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3B901-CE0E-40D6-A327-1937C6DB0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r>
              <a:rPr lang="en-US" dirty="0"/>
              <a:t> </a:t>
            </a:r>
            <a:r>
              <a:rPr lang="ru-RU" dirty="0"/>
              <a:t>не является частью сигнатуры функции</a:t>
            </a:r>
            <a:endParaRPr lang="en-US" dirty="0"/>
          </a:p>
          <a:p>
            <a:r>
              <a:rPr lang="ru-RU" dirty="0"/>
              <a:t>можно использовать виртуальные функции и делать </a:t>
            </a:r>
            <a:r>
              <a:rPr lang="en-US" dirty="0"/>
              <a:t>dynamic cast</a:t>
            </a:r>
            <a:endParaRPr lang="ru-RU" dirty="0"/>
          </a:p>
          <a:p>
            <a:r>
              <a:rPr lang="ru-RU" dirty="0"/>
              <a:t>можно использовать лямбды</a:t>
            </a:r>
            <a:endParaRPr lang="en-US" dirty="0"/>
          </a:p>
          <a:p>
            <a:r>
              <a:rPr lang="ru-RU" dirty="0"/>
              <a:t>можно делать </a:t>
            </a:r>
            <a:r>
              <a:rPr lang="en-US" dirty="0"/>
              <a:t>new/delete</a:t>
            </a:r>
            <a:endParaRPr lang="ru-RU" dirty="0"/>
          </a:p>
          <a:p>
            <a:r>
              <a:rPr lang="ru-RU" dirty="0"/>
              <a:t>У </a:t>
            </a:r>
            <a:r>
              <a:rPr lang="en-US" dirty="0"/>
              <a:t>std::string </a:t>
            </a:r>
            <a:r>
              <a:rPr lang="ru-RU" dirty="0"/>
              <a:t>и </a:t>
            </a:r>
            <a:r>
              <a:rPr lang="en-US" dirty="0"/>
              <a:t>std::vector</a:t>
            </a:r>
            <a:r>
              <a:rPr lang="ru-RU" dirty="0"/>
              <a:t> большинство методов </a:t>
            </a:r>
            <a:r>
              <a:rPr lang="en-US" dirty="0" err="1"/>
              <a:t>constexpr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071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2B4-6D02-4A80-B094-640A9F11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consteval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B45A9-24D3-4269-8ABF-930CD514C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constexpr</a:t>
            </a:r>
            <a:r>
              <a:rPr lang="en-US" dirty="0"/>
              <a:t> </a:t>
            </a:r>
            <a:r>
              <a:rPr lang="ru-RU" dirty="0"/>
              <a:t>функция</a:t>
            </a:r>
            <a:r>
              <a:rPr lang="en-US" dirty="0"/>
              <a:t> </a:t>
            </a:r>
            <a:r>
              <a:rPr lang="ru-RU" dirty="0"/>
              <a:t>может вызываться как в </a:t>
            </a:r>
            <a:r>
              <a:rPr lang="en-US" dirty="0"/>
              <a:t>constant expression, </a:t>
            </a:r>
            <a:r>
              <a:rPr lang="ru-RU" dirty="0"/>
              <a:t>так и в обычных</a:t>
            </a:r>
          </a:p>
          <a:p>
            <a:r>
              <a:rPr lang="en-US" dirty="0" err="1"/>
              <a:t>consteval</a:t>
            </a:r>
            <a:r>
              <a:rPr lang="en-US" dirty="0"/>
              <a:t> </a:t>
            </a:r>
            <a:r>
              <a:rPr lang="ru-RU" dirty="0"/>
              <a:t>функции – только в </a:t>
            </a:r>
            <a:r>
              <a:rPr lang="en-US" dirty="0"/>
              <a:t>constant expression, </a:t>
            </a:r>
            <a:r>
              <a:rPr lang="ru-RU" dirty="0"/>
              <a:t>иначе - </a:t>
            </a:r>
            <a:r>
              <a:rPr lang="en-US" dirty="0"/>
              <a:t>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821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84F2-895C-4E0F-A04C-80BA28EB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std::function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304A1-49ED-48C8-AA6F-8BC1B1F95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std::function </a:t>
            </a:r>
            <a:r>
              <a:rPr lang="ru-RU" dirty="0"/>
              <a:t>позволяет хранить любой </a:t>
            </a:r>
            <a:r>
              <a:rPr lang="en-US" dirty="0"/>
              <a:t>callable </a:t>
            </a:r>
            <a:r>
              <a:rPr lang="ru-RU" dirty="0"/>
              <a:t>объект с фиксированными типами аргументов и возвращаемым значением</a:t>
            </a:r>
            <a:r>
              <a:rPr lang="en-US" dirty="0"/>
              <a:t>, </a:t>
            </a:r>
            <a:r>
              <a:rPr lang="ru-RU" dirty="0"/>
              <a:t>например, лямбду, указатель на функцию или функтор</a:t>
            </a:r>
            <a:endParaRPr lang="en-US" dirty="0"/>
          </a:p>
          <a:p>
            <a:r>
              <a:rPr lang="ru-RU" dirty="0"/>
              <a:t>А также указатели на методы и поля</a:t>
            </a:r>
            <a:endParaRPr lang="en-US" dirty="0"/>
          </a:p>
          <a:p>
            <a:r>
              <a:rPr lang="en-US" dirty="0"/>
              <a:t>Small Object Optimization – </a:t>
            </a:r>
            <a:r>
              <a:rPr lang="ru-RU" dirty="0"/>
              <a:t>не делаем </a:t>
            </a:r>
            <a:r>
              <a:rPr lang="en-US" dirty="0"/>
              <a:t>new </a:t>
            </a:r>
            <a:r>
              <a:rPr lang="ru-RU" dirty="0"/>
              <a:t>для маленьких объектов, храним на стеке</a:t>
            </a:r>
          </a:p>
        </p:txBody>
      </p:sp>
    </p:spTree>
    <p:extLst>
      <p:ext uri="{BB962C8B-B14F-4D97-AF65-F5344CB8AC3E}">
        <p14:creationId xmlns:p14="http://schemas.microsoft.com/office/powerpoint/2010/main" val="62414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89C8-E0D2-4918-B2B7-0C62091D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Плюсы закончились… Как жить дальше?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82A97-05C4-4BB9-ACDC-3F259489B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92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89C8-E0D2-4918-B2B7-0C62091D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Плюсы закончились… Как жить дальше?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82A97-05C4-4BB9-ACDC-3F259489B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848"/>
            <a:ext cx="10515600" cy="4627711"/>
          </a:xfrm>
        </p:spPr>
        <p:txBody>
          <a:bodyPr>
            <a:normAutofit/>
          </a:bodyPr>
          <a:lstStyle/>
          <a:p>
            <a:r>
              <a:rPr lang="ru-RU" dirty="0"/>
              <a:t>Расширения плюсов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АКОС</a:t>
            </a:r>
          </a:p>
          <a:p>
            <a:pPr lvl="1"/>
            <a:r>
              <a:rPr lang="en-US" dirty="0"/>
              <a:t>Concurrency</a:t>
            </a:r>
          </a:p>
          <a:p>
            <a:pPr lvl="1"/>
            <a:r>
              <a:rPr lang="en-US" dirty="0" err="1"/>
              <a:t>Cuda</a:t>
            </a:r>
            <a:endParaRPr lang="en-US" dirty="0"/>
          </a:p>
          <a:p>
            <a:pPr lvl="1"/>
            <a:r>
              <a:rPr lang="en-US" dirty="0"/>
              <a:t>Rust</a:t>
            </a:r>
          </a:p>
          <a:p>
            <a:pPr lvl="1"/>
            <a:r>
              <a:rPr lang="ru-RU" dirty="0" err="1"/>
              <a:t>Метапрограммирование</a:t>
            </a:r>
            <a:endParaRPr lang="en-US" dirty="0"/>
          </a:p>
          <a:p>
            <a:pPr lvl="1"/>
            <a:r>
              <a:rPr lang="ru-RU" dirty="0"/>
              <a:t>Функциональное программирование (</a:t>
            </a:r>
            <a:r>
              <a:rPr lang="en-US" dirty="0"/>
              <a:t>Haskell</a:t>
            </a:r>
            <a:r>
              <a:rPr lang="ru-RU" dirty="0"/>
              <a:t>)</a:t>
            </a:r>
          </a:p>
          <a:p>
            <a:r>
              <a:rPr lang="ru-RU" dirty="0"/>
              <a:t>Доклады с конференций </a:t>
            </a:r>
            <a:r>
              <a:rPr lang="en-US" dirty="0"/>
              <a:t>(</a:t>
            </a:r>
            <a:r>
              <a:rPr lang="en-US" dirty="0" err="1"/>
              <a:t>CppCon</a:t>
            </a:r>
            <a:r>
              <a:rPr lang="en-US" dirty="0"/>
              <a:t>, </a:t>
            </a:r>
            <a:r>
              <a:rPr lang="en-US" dirty="0" err="1"/>
              <a:t>CppRussia</a:t>
            </a:r>
            <a:r>
              <a:rPr lang="en-US" dirty="0"/>
              <a:t>, </a:t>
            </a:r>
            <a:r>
              <a:rPr lang="en-US" dirty="0" err="1"/>
              <a:t>ZeroCost</a:t>
            </a:r>
            <a:r>
              <a:rPr lang="en-US" dirty="0"/>
              <a:t>,…)</a:t>
            </a:r>
          </a:p>
          <a:p>
            <a:r>
              <a:rPr lang="ru-RU" dirty="0"/>
              <a:t>Статьи, </a:t>
            </a:r>
            <a:r>
              <a:rPr lang="ru-RU" dirty="0" err="1"/>
              <a:t>пропоузалы</a:t>
            </a:r>
            <a:endParaRPr lang="ru-RU" dirty="0"/>
          </a:p>
          <a:p>
            <a:r>
              <a:rPr lang="ru-RU" dirty="0"/>
              <a:t>Книги</a:t>
            </a:r>
          </a:p>
        </p:txBody>
      </p:sp>
    </p:spTree>
    <p:extLst>
      <p:ext uri="{BB962C8B-B14F-4D97-AF65-F5344CB8AC3E}">
        <p14:creationId xmlns:p14="http://schemas.microsoft.com/office/powerpoint/2010/main" val="3632414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19399</TotalTime>
  <Words>272</Words>
  <Application>Microsoft Office PowerPoint</Application>
  <DocSecurity>0</DocSecurity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Семинар №15  std::function и constexpr</vt:lpstr>
      <vt:lpstr>Constexpr</vt:lpstr>
      <vt:lpstr>Что можно писать в constexpr функциях?</vt:lpstr>
      <vt:lpstr>Что можно писать в constexpr функциях? (продолжение)</vt:lpstr>
      <vt:lpstr>consteval</vt:lpstr>
      <vt:lpstr>std::function</vt:lpstr>
      <vt:lpstr>Плюсы закончились… Как жить дальше?</vt:lpstr>
      <vt:lpstr>Плюсы закончились… Как жить дальше?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sem_9</dc:title>
  <dc:subject/>
  <dc:creator>Konstantin Dragun</dc:creator>
  <cp:keywords/>
  <dc:description/>
  <cp:lastModifiedBy>Konstantin Dragun</cp:lastModifiedBy>
  <cp:revision>164</cp:revision>
  <dcterms:created xsi:type="dcterms:W3CDTF">2012-12-03T06:56:55Z</dcterms:created>
  <dcterms:modified xsi:type="dcterms:W3CDTF">2025-05-17T19:57:46Z</dcterms:modified>
  <cp:category/>
  <dc:identifier/>
  <cp:contentStatus/>
  <dc:language/>
  <cp:version/>
</cp:coreProperties>
</file>