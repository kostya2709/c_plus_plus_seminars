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2" d="100"/>
          <a:sy n="62" d="100"/>
        </p:scale>
        <p:origin x="132" y="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18.02.2025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Fifth level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18.02.2025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18.02.2025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18.02.2025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Click to edit Master text styles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18.02.2025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18.02.2025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18.02.2025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18.02.2025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Click icon to add picture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18.02.2025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18.02.2025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Fifth level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18.02.2025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Click to edit Master text styles</a:t>
            </a:r>
            <a:endParaRPr/>
          </a:p>
          <a:p>
            <a:pPr lvl="1">
              <a:defRPr/>
            </a:pPr>
            <a:r>
              <a:rPr lang="ru-RU"/>
              <a:t>Second level</a:t>
            </a:r>
            <a:endParaRPr/>
          </a:p>
          <a:p>
            <a:pPr lvl="2">
              <a:defRPr/>
            </a:pPr>
            <a:r>
              <a:rPr lang="ru-RU"/>
              <a:t>Third level</a:t>
            </a:r>
            <a:endParaRPr/>
          </a:p>
          <a:p>
            <a:pPr lvl="3">
              <a:defRPr/>
            </a:pPr>
            <a:r>
              <a:rPr lang="ru-RU"/>
              <a:t>Fourth level</a:t>
            </a:r>
            <a:endParaRPr/>
          </a:p>
          <a:p>
            <a:pPr lvl="4">
              <a:defRPr/>
            </a:pPr>
            <a:r>
              <a:rPr lang="ru-RU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ru-RU"/>
              <a:t>18.02.2025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best-time-to-buy-and-sell-stock-ii/" TargetMode="External"/><Relationship Id="rId2" Type="http://schemas.openxmlformats.org/officeDocument/2006/relationships/hyperlink" Target="https://leetcode.com/problems/best-time-to-buy-and-sell-stock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etcode.com/problems/trapping-rain-water/" TargetMode="External"/><Relationship Id="rId5" Type="http://schemas.openxmlformats.org/officeDocument/2006/relationships/hyperlink" Target="https://leetcode.com/problems/container-with-most-water/" TargetMode="External"/><Relationship Id="rId4" Type="http://schemas.openxmlformats.org/officeDocument/2006/relationships/hyperlink" Target="https://leetcode.com/problems/majority-elemen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1334892" y="1700892"/>
            <a:ext cx="9333106" cy="3002869"/>
          </a:xfrm>
        </p:spPr>
        <p:txBody>
          <a:bodyPr/>
          <a:lstStyle/>
          <a:p>
            <a:pPr>
              <a:defRPr/>
            </a:pPr>
            <a:r>
              <a:rPr lang="ru-RU" dirty="0"/>
              <a:t>Семинар №</a:t>
            </a:r>
            <a:r>
              <a:rPr lang="en-US" dirty="0"/>
              <a:t>2</a:t>
            </a:r>
            <a:br>
              <a:rPr lang="ru-RU" dirty="0"/>
            </a:br>
            <a:r>
              <a:rPr lang="ru-RU" dirty="0"/>
              <a:t>Итераторы</a:t>
            </a:r>
            <a:r>
              <a:rPr lang="en-US" dirty="0"/>
              <a:t>. </a:t>
            </a:r>
            <a:r>
              <a:rPr lang="ru-RU" dirty="0"/>
              <a:t>Начало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89005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Итераторы</a:t>
            </a:r>
          </a:p>
        </p:txBody>
      </p:sp>
      <p:sp>
        <p:nvSpPr>
          <p:cNvPr id="1403667451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t>Обобщение указателей</a:t>
            </a:r>
          </a:p>
          <a:p>
            <a:pPr>
              <a:defRPr/>
            </a:pPr>
            <a:r>
              <a:t>Можно получить с помощью методов begin/end и т.д.</a:t>
            </a:r>
          </a:p>
          <a:p>
            <a:pPr>
              <a:defRPr/>
            </a:pPr>
            <a:r>
              <a:t>based-range for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40948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Иерархия итераторов</a:t>
            </a:r>
          </a:p>
        </p:txBody>
      </p:sp>
      <p:sp>
        <p:nvSpPr>
          <p:cNvPr id="2102206374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1618546" name="Picture 31618545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915720" y="1922009"/>
            <a:ext cx="10360557" cy="38038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71049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Требования к видам итераторов</a:t>
            </a:r>
          </a:p>
        </p:txBody>
      </p:sp>
      <p:sp>
        <p:nvSpPr>
          <p:cNvPr id="138695936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56140223" name="Picture 1056140222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340417" y="2105479"/>
            <a:ext cx="11118189" cy="45171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45516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Функции, работающие с итераторами</a:t>
            </a:r>
          </a:p>
        </p:txBody>
      </p:sp>
      <p:sp>
        <p:nvSpPr>
          <p:cNvPr id="1502688207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394023" indent="-394023">
              <a:buFont typeface="Arial"/>
              <a:buAutoNum type="arabicPeriod"/>
              <a:defRPr/>
            </a:pPr>
            <a:r>
              <a:t>find, find_if, find_if_not; count, count_if</a:t>
            </a:r>
          </a:p>
          <a:p>
            <a:pPr marL="394023" indent="-394023">
              <a:buFont typeface="Arial"/>
              <a:buAutoNum type="arabicPeriod"/>
              <a:defRPr/>
            </a:pPr>
            <a:r>
              <a:t>all_of, any_of, for_each</a:t>
            </a:r>
          </a:p>
          <a:p>
            <a:pPr marL="394023" indent="-394023">
              <a:buFont typeface="Arial"/>
              <a:buAutoNum type="arabicPeriod"/>
              <a:defRPr/>
            </a:pPr>
            <a:r>
              <a:t>remove, remove_if, replace, replace_if</a:t>
            </a:r>
          </a:p>
          <a:p>
            <a:pPr marL="394023" indent="-394023">
              <a:buFont typeface="Arial"/>
              <a:buAutoNum type="arabicPeriod"/>
              <a:defRPr/>
            </a:pPr>
            <a:r>
              <a:t>sort, stable_sort, partition</a:t>
            </a:r>
          </a:p>
          <a:p>
            <a:pPr marL="394023" indent="-394023">
              <a:buFont typeface="Arial"/>
              <a:buAutoNum type="arabicPeriod"/>
              <a:defRPr/>
            </a:pPr>
            <a:r>
              <a:t>is_permutation, next_permutation, is_heap, make_heap</a:t>
            </a:r>
          </a:p>
          <a:p>
            <a:pPr marL="394023" indent="-394023">
              <a:buFont typeface="Arial"/>
              <a:buAutoNum type="arabicPeriod"/>
              <a:defRPr/>
            </a:pPr>
            <a:r>
              <a:t>rotate, reverse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03231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Задание:</a:t>
            </a:r>
          </a:p>
        </p:txBody>
      </p:sp>
      <p:sp>
        <p:nvSpPr>
          <p:cNvPr id="637781849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t>Реализуйте функции из слайда выше (может, кроме строк 4, 5). Напишите тесты, сравните результат с функциями из стандартной библиотеки. Запустите под санитайзерами.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06820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Какие итераторы нужны? Input или Forward?</a:t>
            </a:r>
          </a:p>
        </p:txBody>
      </p:sp>
      <p:sp>
        <p:nvSpPr>
          <p:cNvPr id="1761248472" name="Объект 2"/>
          <p:cNvSpPr>
            <a:spLocks noGrp="1"/>
          </p:cNvSpPr>
          <p:nvPr>
            <p:ph idx="1"/>
          </p:nvPr>
        </p:nvSpPr>
        <p:spPr bwMode="auto">
          <a:xfrm>
            <a:off x="838198" y="1825624"/>
            <a:ext cx="10647621" cy="4351338"/>
          </a:xfrm>
        </p:spPr>
        <p:txBody>
          <a:bodyPr/>
          <a:lstStyle/>
          <a:p>
            <a:pPr>
              <a:defRPr/>
            </a:pPr>
            <a:r>
              <a:rPr u="sng">
                <a:solidFill>
                  <a:schemeClr val="hlink"/>
                </a:solidFill>
                <a:hlinkClick r:id="rId2" tooltip="https://leetcode.com/problems/best-time-to-buy-and-sell-stock/"/>
              </a:rPr>
              <a:t>https://leetcode.com/problems/best-time-to-buy-and-sell-stock/</a:t>
            </a:r>
            <a:endParaRPr/>
          </a:p>
          <a:p>
            <a:pPr>
              <a:defRPr/>
            </a:pPr>
            <a:r>
              <a:rPr u="sng">
                <a:solidFill>
                  <a:schemeClr val="hlink"/>
                </a:solidFill>
                <a:hlinkClick r:id="rId3" tooltip="https://leetcode.com/problems/best-time-to-buy-and-sell-stock-ii/"/>
              </a:rPr>
              <a:t>https://leetcode.com/problems/best-time-to-buy-and-sell-stock-ii/</a:t>
            </a:r>
            <a:endParaRPr/>
          </a:p>
          <a:p>
            <a:pPr>
              <a:defRPr/>
            </a:pPr>
            <a:r>
              <a:rPr u="sng">
                <a:solidFill>
                  <a:schemeClr val="hlink"/>
                </a:solidFill>
                <a:hlinkClick r:id="rId4" tooltip="https://leetcode.com/problems/majority-element/"/>
              </a:rPr>
              <a:t>https://leetcode.com/problems/majority-element/</a:t>
            </a:r>
            <a:endParaRPr/>
          </a:p>
          <a:p>
            <a:pPr>
              <a:defRPr/>
            </a:pPr>
            <a:r>
              <a:rPr u="sng">
                <a:solidFill>
                  <a:schemeClr val="hlink"/>
                </a:solidFill>
                <a:hlinkClick r:id="rId5" tooltip="https://leetcode.com/problems/container-with-most-water/"/>
              </a:rPr>
              <a:t>https://leetcode.com/problems/container-with-most-water/</a:t>
            </a:r>
            <a:endParaRPr/>
          </a:p>
          <a:p>
            <a:pPr>
              <a:defRPr/>
            </a:pPr>
            <a:r>
              <a:rPr u="sng">
                <a:solidFill>
                  <a:schemeClr val="hlink"/>
                </a:solidFill>
                <a:hlinkClick r:id="rId6" tooltip="https://leetcode.com/problems/trapping-rain-water/"/>
              </a:rPr>
              <a:t>https://leetcode.com/problems/trapping-rain-water/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189</Words>
  <Application>Microsoft Office PowerPoint</Application>
  <DocSecurity>0</DocSecurity>
  <PresentationFormat>Widescreen</PresentationFormat>
  <Paragraphs>22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Семинар №2 Итераторы. Начало</vt:lpstr>
      <vt:lpstr>Итераторы</vt:lpstr>
      <vt:lpstr>Иерархия итераторов</vt:lpstr>
      <vt:lpstr>Требования к видам итераторов</vt:lpstr>
      <vt:lpstr>Функции, работающие с итераторами</vt:lpstr>
      <vt:lpstr>Задание:</vt:lpstr>
      <vt:lpstr>Какие итераторы нужны? Input или Forward?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Семинар №2 Итераторы. Начало</dc:title>
  <dc:subject/>
  <dc:creator/>
  <cp:keywords/>
  <dc:description/>
  <cp:lastModifiedBy>Konstantin Dragun</cp:lastModifiedBy>
  <cp:revision>10</cp:revision>
  <dcterms:created xsi:type="dcterms:W3CDTF">2012-12-03T06:56:55Z</dcterms:created>
  <dcterms:modified xsi:type="dcterms:W3CDTF">2025-02-18T17:54:07Z</dcterms:modified>
  <cp:category/>
  <dc:identifier/>
  <cp:contentStatus/>
  <dc:language/>
  <cp:version/>
</cp:coreProperties>
</file>