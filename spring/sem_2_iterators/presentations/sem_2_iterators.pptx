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22.02.2025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best-time-to-buy-and-sell-stock-ii/" TargetMode="External"/><Relationship Id="rId2" Type="http://schemas.openxmlformats.org/officeDocument/2006/relationships/hyperlink" Target="https://leetcode.com/problems/best-time-to-buy-and-sell-stoc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trapping-rain-water/" TargetMode="External"/><Relationship Id="rId5" Type="http://schemas.openxmlformats.org/officeDocument/2006/relationships/hyperlink" Target="https://leetcode.com/problems/container-with-most-water/" TargetMode="External"/><Relationship Id="rId4" Type="http://schemas.openxmlformats.org/officeDocument/2006/relationships/hyperlink" Target="https://leetcode.com/problems/majority-ele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/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2</a:t>
            </a:r>
            <a:br>
              <a:rPr lang="ru-RU" dirty="0"/>
            </a:br>
            <a:r>
              <a:rPr lang="ru-RU" dirty="0"/>
              <a:t>Итераторы</a:t>
            </a:r>
            <a:r>
              <a:rPr lang="en-US" dirty="0"/>
              <a:t>. </a:t>
            </a:r>
            <a:r>
              <a:rPr lang="ru-RU" dirty="0"/>
              <a:t>Начало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89005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Итераторы</a:t>
            </a:r>
          </a:p>
        </p:txBody>
      </p:sp>
      <p:sp>
        <p:nvSpPr>
          <p:cNvPr id="140366745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t>Обобщение указателей</a:t>
            </a:r>
          </a:p>
          <a:p>
            <a:pPr>
              <a:defRPr/>
            </a:pPr>
            <a:r>
              <a:t>Можно получить с помощью методов begin/end и т.д.</a:t>
            </a:r>
          </a:p>
          <a:p>
            <a:pPr>
              <a:defRPr/>
            </a:pPr>
            <a:r>
              <a:t>based-range 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0948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Иерархия итераторов</a:t>
            </a:r>
          </a:p>
        </p:txBody>
      </p:sp>
      <p:sp>
        <p:nvSpPr>
          <p:cNvPr id="2102206374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1618546" name="Picture 3161854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15720" y="1922009"/>
            <a:ext cx="10360557" cy="3803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71049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dirty="0" err="1"/>
              <a:t>Требования</a:t>
            </a:r>
            <a:r>
              <a:rPr dirty="0"/>
              <a:t> к </a:t>
            </a:r>
            <a:r>
              <a:rPr lang="ru-RU" dirty="0"/>
              <a:t>категориям </a:t>
            </a:r>
            <a:r>
              <a:rPr dirty="0" err="1"/>
              <a:t>итераторов</a:t>
            </a:r>
            <a:endParaRPr dirty="0"/>
          </a:p>
        </p:txBody>
      </p:sp>
      <p:pic>
        <p:nvPicPr>
          <p:cNvPr id="1056140223" name="Picture 105614022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0417" y="2105479"/>
            <a:ext cx="11118189" cy="4517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45516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Функции, работающие с итераторами</a:t>
            </a:r>
          </a:p>
        </p:txBody>
      </p:sp>
      <p:sp>
        <p:nvSpPr>
          <p:cNvPr id="1502688207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t>find, find_if, find_if_not; count, count_if</a:t>
            </a:r>
          </a:p>
          <a:p>
            <a:pPr marL="394023" indent="-394023">
              <a:buFont typeface="Arial"/>
              <a:buAutoNum type="arabicPeriod"/>
              <a:defRPr/>
            </a:pPr>
            <a:r>
              <a:t>all_of, any_of, for_each</a:t>
            </a:r>
          </a:p>
          <a:p>
            <a:pPr marL="394023" indent="-394023">
              <a:buFont typeface="Arial"/>
              <a:buAutoNum type="arabicPeriod"/>
              <a:defRPr/>
            </a:pPr>
            <a:r>
              <a:t>remove, remove_if, replace, replace_if</a:t>
            </a:r>
          </a:p>
          <a:p>
            <a:pPr marL="394023" indent="-394023">
              <a:buFont typeface="Arial"/>
              <a:buAutoNum type="arabicPeriod"/>
              <a:defRPr/>
            </a:pPr>
            <a:r>
              <a:t>sort, stable_sort, partition</a:t>
            </a:r>
          </a:p>
          <a:p>
            <a:pPr marL="394023" indent="-394023">
              <a:buFont typeface="Arial"/>
              <a:buAutoNum type="arabicPeriod"/>
              <a:defRPr/>
            </a:pPr>
            <a:r>
              <a:t>is_permutation, next_permutation, is_heap, make_heap</a:t>
            </a:r>
          </a:p>
          <a:p>
            <a:pPr marL="394023" indent="-394023">
              <a:buFont typeface="Arial"/>
              <a:buAutoNum type="arabicPeriod"/>
              <a:defRPr/>
            </a:pPr>
            <a:r>
              <a:t>rotate, reverse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03231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Задание:</a:t>
            </a:r>
          </a:p>
        </p:txBody>
      </p:sp>
      <p:sp>
        <p:nvSpPr>
          <p:cNvPr id="63778184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t>Реализуйте функции из слайда выше (может, кроме строк 4, 5). Напишите тесты, сравните результат с функциями из стандартной библиотеки. Запустите под санитайзерами.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6820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Какие итераторы нужны? Input или Forward?</a:t>
            </a:r>
          </a:p>
        </p:txBody>
      </p:sp>
      <p:sp>
        <p:nvSpPr>
          <p:cNvPr id="1761248472" name="Объект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647621" cy="4351338"/>
          </a:xfrm>
        </p:spPr>
        <p:txBody>
          <a:bodyPr/>
          <a:lstStyle/>
          <a:p>
            <a:pPr>
              <a:defRPr/>
            </a:pPr>
            <a:r>
              <a:rPr u="sng">
                <a:solidFill>
                  <a:schemeClr val="hlink"/>
                </a:solidFill>
                <a:hlinkClick r:id="rId2" tooltip="https://leetcode.com/problems/best-time-to-buy-and-sell-stock/"/>
              </a:rPr>
              <a:t>https://leetcode.com/problems/best-time-to-buy-and-sell-stock/</a:t>
            </a:r>
            <a:endParaRPr/>
          </a:p>
          <a:p>
            <a:pPr>
              <a:defRPr/>
            </a:pPr>
            <a:r>
              <a:rPr u="sng">
                <a:solidFill>
                  <a:schemeClr val="hlink"/>
                </a:solidFill>
                <a:hlinkClick r:id="rId3" tooltip="https://leetcode.com/problems/best-time-to-buy-and-sell-stock-ii/"/>
              </a:rPr>
              <a:t>https://leetcode.com/problems/best-time-to-buy-and-sell-stock-ii/</a:t>
            </a:r>
            <a:endParaRPr/>
          </a:p>
          <a:p>
            <a:pPr>
              <a:defRPr/>
            </a:pPr>
            <a:r>
              <a:rPr u="sng">
                <a:solidFill>
                  <a:schemeClr val="hlink"/>
                </a:solidFill>
                <a:hlinkClick r:id="rId4" tooltip="https://leetcode.com/problems/majority-element/"/>
              </a:rPr>
              <a:t>https://leetcode.com/problems/majority-element/</a:t>
            </a:r>
            <a:endParaRPr/>
          </a:p>
          <a:p>
            <a:pPr>
              <a:defRPr/>
            </a:pPr>
            <a:r>
              <a:rPr u="sng">
                <a:solidFill>
                  <a:schemeClr val="hlink"/>
                </a:solidFill>
                <a:hlinkClick r:id="rId5" tooltip="https://leetcode.com/problems/container-with-most-water/"/>
              </a:rPr>
              <a:t>https://leetcode.com/problems/container-with-most-water/</a:t>
            </a:r>
            <a:endParaRPr/>
          </a:p>
          <a:p>
            <a:pPr>
              <a:defRPr/>
            </a:pPr>
            <a:r>
              <a:rPr u="sng">
                <a:solidFill>
                  <a:schemeClr val="hlink"/>
                </a:solidFill>
                <a:hlinkClick r:id="rId6" tooltip="https://leetcode.com/problems/trapping-rain-water/"/>
              </a:rPr>
              <a:t>https://leetcode.com/problems/trapping-rain-water/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189</Words>
  <Application>Microsoft Office PowerPoint</Application>
  <DocSecurity>0</DocSecurity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Семинар №2 Итераторы. Начало</vt:lpstr>
      <vt:lpstr>Итераторы</vt:lpstr>
      <vt:lpstr>Иерархия итераторов</vt:lpstr>
      <vt:lpstr>Требования к категориям итераторов</vt:lpstr>
      <vt:lpstr>Функции, работающие с итераторами</vt:lpstr>
      <vt:lpstr>Задание:</vt:lpstr>
      <vt:lpstr>Какие итераторы нужны? Input или Forward?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№2 Итераторы. Начало</dc:title>
  <dc:subject/>
  <dc:creator/>
  <cp:keywords/>
  <dc:description/>
  <cp:lastModifiedBy>Konstantin Dragun</cp:lastModifiedBy>
  <cp:revision>11</cp:revision>
  <dcterms:created xsi:type="dcterms:W3CDTF">2012-12-03T06:56:55Z</dcterms:created>
  <dcterms:modified xsi:type="dcterms:W3CDTF">2025-02-22T13:15:12Z</dcterms:modified>
  <cp:category/>
  <dc:identifier/>
  <cp:contentStatus/>
  <dc:language/>
  <cp:version/>
</cp:coreProperties>
</file>