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72266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structured_binding" TargetMode="External"/><Relationship Id="rId2" Type="http://schemas.openxmlformats.org/officeDocument/2006/relationships/hyperlink" Target="https://habr.com/ru/articles/461963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9</a:t>
            </a:r>
            <a:br>
              <a:rPr lang="en-US" dirty="0"/>
            </a:br>
            <a:br>
              <a:rPr lang="ru-RU" dirty="0"/>
            </a:br>
            <a:r>
              <a:rPr lang="ru-RU" dirty="0"/>
              <a:t>Шаблоны</a:t>
            </a:r>
            <a:r>
              <a:rPr lang="en-US" dirty="0"/>
              <a:t>: </a:t>
            </a:r>
            <a:r>
              <a:rPr lang="ru-RU" dirty="0"/>
              <a:t>вывод типов, </a:t>
            </a:r>
            <a:r>
              <a:rPr lang="en-US" dirty="0"/>
              <a:t>structured </a:t>
            </a:r>
            <a:r>
              <a:rPr lang="en-US" dirty="0" err="1"/>
              <a:t>bindings,tuples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6DEA-8D46-48E0-BBF8-E535229B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59"/>
            <a:ext cx="10515600" cy="1325563"/>
          </a:xfrm>
        </p:spPr>
        <p:txBody>
          <a:bodyPr/>
          <a:lstStyle/>
          <a:p>
            <a:r>
              <a:rPr lang="en-US" dirty="0"/>
              <a:t>auto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B7F7-F7D1-467A-BB20-10F1DCA7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775"/>
            <a:ext cx="10730408" cy="5374765"/>
          </a:xfrm>
        </p:spPr>
        <p:txBody>
          <a:bodyPr>
            <a:normAutofit/>
          </a:bodyPr>
          <a:lstStyle/>
          <a:p>
            <a:r>
              <a:rPr lang="ru-RU" dirty="0"/>
              <a:t>Компилятор автоматически выводит тип на основе выражения</a:t>
            </a:r>
          </a:p>
          <a:p>
            <a:r>
              <a:rPr lang="ru-RU" dirty="0"/>
              <a:t>Правила для вывода типов (</a:t>
            </a:r>
            <a:r>
              <a:rPr lang="en-US" dirty="0"/>
              <a:t>type deduction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/>
              <a:t>auto </a:t>
            </a:r>
            <a:r>
              <a:rPr lang="ru-RU" dirty="0"/>
              <a:t>такие же, как и для шаблонов</a:t>
            </a:r>
            <a:r>
              <a:rPr lang="en-US" dirty="0"/>
              <a:t>, </a:t>
            </a:r>
            <a:r>
              <a:rPr lang="ru-RU" dirty="0"/>
              <a:t>включая правила работы со ссылками</a:t>
            </a:r>
            <a:r>
              <a:rPr lang="en-US" dirty="0"/>
              <a:t>, </a:t>
            </a:r>
            <a:r>
              <a:rPr lang="ru-RU" dirty="0"/>
              <a:t>указателями</a:t>
            </a:r>
            <a:r>
              <a:rPr lang="en-US" dirty="0"/>
              <a:t> </a:t>
            </a:r>
            <a:r>
              <a:rPr lang="ru-RU" dirty="0"/>
              <a:t>и константностью</a:t>
            </a:r>
          </a:p>
          <a:p>
            <a:r>
              <a:rPr lang="en-US" dirty="0"/>
              <a:t>auto&amp;&amp; - </a:t>
            </a:r>
            <a:r>
              <a:rPr lang="ru-RU" dirty="0"/>
              <a:t>тоже универсальная ссылка</a:t>
            </a:r>
            <a:endParaRPr lang="en-US" dirty="0"/>
          </a:p>
          <a:p>
            <a:r>
              <a:rPr lang="ru-RU" dirty="0"/>
              <a:t>Можно использовать в возвращаемом значении</a:t>
            </a:r>
            <a:r>
              <a:rPr lang="en-US" dirty="0"/>
              <a:t> (</a:t>
            </a:r>
            <a:r>
              <a:rPr lang="ru-RU" dirty="0"/>
              <a:t>можно указать возвращаемый тип через стрелочку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Можно использовать в качестве типа аргумента (эквивалентно шаблону функции)</a:t>
            </a:r>
            <a:endParaRPr lang="en-US" dirty="0"/>
          </a:p>
          <a:p>
            <a:r>
              <a:rPr lang="en-US" dirty="0"/>
              <a:t>Reference collapsing</a:t>
            </a:r>
          </a:p>
        </p:txBody>
      </p:sp>
    </p:spTree>
    <p:extLst>
      <p:ext uri="{BB962C8B-B14F-4D97-AF65-F5344CB8AC3E}">
        <p14:creationId xmlns:p14="http://schemas.microsoft.com/office/powerpoint/2010/main" val="210324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A5B2-D7D5-44C9-9AE7-3AA5B8EF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decltype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C3DD-590A-4216-B155-E229738AF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Замена в </a:t>
            </a:r>
            <a:r>
              <a:rPr lang="en-US" dirty="0" err="1"/>
              <a:t>CompileTime</a:t>
            </a:r>
            <a:r>
              <a:rPr lang="en-US" dirty="0"/>
              <a:t> </a:t>
            </a:r>
            <a:r>
              <a:rPr lang="ru-RU" dirty="0"/>
              <a:t>на тип выражения в скобках</a:t>
            </a:r>
          </a:p>
          <a:p>
            <a:r>
              <a:rPr lang="ru-RU" dirty="0"/>
              <a:t>Тип точный, не отбрасывает ссылки (в отличие от </a:t>
            </a:r>
            <a:r>
              <a:rPr lang="en-US" dirty="0"/>
              <a:t>auto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 том числе, </a:t>
            </a:r>
            <a:r>
              <a:rPr lang="en-US" dirty="0" err="1"/>
              <a:t>decltype</a:t>
            </a:r>
            <a:r>
              <a:rPr lang="en-US" dirty="0"/>
              <a:t> </a:t>
            </a:r>
            <a:r>
              <a:rPr lang="ru-RU" dirty="0"/>
              <a:t>умеет отличать ссылки от самих объектов</a:t>
            </a:r>
            <a:endParaRPr lang="en-US" dirty="0"/>
          </a:p>
          <a:p>
            <a:r>
              <a:rPr lang="en-US" dirty="0"/>
              <a:t>Reference collapsing</a:t>
            </a:r>
          </a:p>
          <a:p>
            <a:r>
              <a:rPr lang="ru-RU" dirty="0"/>
              <a:t>Для </a:t>
            </a:r>
            <a:r>
              <a:rPr lang="en-US" dirty="0"/>
              <a:t>expression </a:t>
            </a:r>
            <a:r>
              <a:rPr lang="ru-RU" dirty="0"/>
              <a:t>количество </a:t>
            </a:r>
            <a:r>
              <a:rPr lang="en-US" dirty="0"/>
              <a:t>&amp; </a:t>
            </a:r>
            <a:r>
              <a:rPr lang="ru-RU" dirty="0"/>
              <a:t>зависит от категории выражения</a:t>
            </a:r>
          </a:p>
          <a:p>
            <a:r>
              <a:rPr lang="en-US" dirty="0" err="1"/>
              <a:t>decltype</a:t>
            </a:r>
            <a:r>
              <a:rPr lang="en-US" dirty="0"/>
              <a:t>(auto) – </a:t>
            </a:r>
            <a:r>
              <a:rPr lang="ru-RU" dirty="0"/>
              <a:t>вывести тип по правилам </a:t>
            </a:r>
            <a:r>
              <a:rPr lang="en-US" dirty="0" err="1"/>
              <a:t>decltype</a:t>
            </a:r>
            <a:r>
              <a:rPr lang="en-US" dirty="0"/>
              <a:t>, </a:t>
            </a:r>
            <a:r>
              <a:rPr lang="ru-RU" dirty="0"/>
              <a:t>а не </a:t>
            </a:r>
            <a:r>
              <a:rPr lang="en-US" dirty="0"/>
              <a:t>auto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25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32FF-D238-4704-BF62-32EADC45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Deducing This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9EC31-5D6C-4618-9050-81AFC958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Позволяет выводить </a:t>
            </a:r>
            <a:r>
              <a:rPr lang="en-US" dirty="0"/>
              <a:t>this </a:t>
            </a:r>
            <a:r>
              <a:rPr lang="ru-RU" dirty="0"/>
              <a:t>по стандартным правилам </a:t>
            </a:r>
            <a:r>
              <a:rPr lang="en-US" dirty="0"/>
              <a:t>type deduction</a:t>
            </a:r>
          </a:p>
          <a:p>
            <a:r>
              <a:rPr lang="ru-RU" dirty="0"/>
              <a:t>Можно использовать при наследовании, тогда тип выведется как у наследника</a:t>
            </a:r>
          </a:p>
          <a:p>
            <a:r>
              <a:rPr lang="ru-RU" dirty="0"/>
              <a:t>Это позволяет облегчить </a:t>
            </a:r>
            <a:r>
              <a:rPr lang="en-US" dirty="0"/>
              <a:t>CRTP</a:t>
            </a:r>
          </a:p>
          <a:p>
            <a:r>
              <a:rPr lang="ru-RU" dirty="0"/>
              <a:t>Более подробно можно прочитать </a:t>
            </a:r>
            <a:r>
              <a:rPr lang="ru-RU" dirty="0">
                <a:hlinkClick r:id="rId2"/>
              </a:rPr>
              <a:t>на </a:t>
            </a:r>
            <a:r>
              <a:rPr lang="ru-RU" dirty="0" err="1">
                <a:hlinkClick r:id="rId2"/>
              </a:rPr>
              <a:t>Хабре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133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A66B-D94C-4DC3-B877-F9FB08C3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CTAD </a:t>
            </a:r>
            <a:r>
              <a:rPr lang="ru-RU" dirty="0"/>
              <a:t>и </a:t>
            </a:r>
            <a:r>
              <a:rPr lang="en-US" dirty="0"/>
              <a:t>structured bindings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D883-B6D6-4367-9333-4C04FD287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CTAD – class template argument deduction</a:t>
            </a:r>
          </a:p>
          <a:p>
            <a:r>
              <a:rPr lang="ru-RU" dirty="0"/>
              <a:t>Позволяет компилятору самому вывести шаблонный параметр объекта класса</a:t>
            </a:r>
          </a:p>
          <a:p>
            <a:r>
              <a:rPr lang="ru-RU" dirty="0"/>
              <a:t>Можно задать собственные </a:t>
            </a:r>
            <a:r>
              <a:rPr lang="en-US" dirty="0">
                <a:hlinkClick r:id="rId2"/>
              </a:rPr>
              <a:t>deduction guides</a:t>
            </a:r>
            <a:endParaRPr lang="en-US" dirty="0"/>
          </a:p>
          <a:p>
            <a:r>
              <a:rPr lang="en-US" dirty="0">
                <a:hlinkClick r:id="rId3"/>
              </a:rPr>
              <a:t>Structured bindings </a:t>
            </a:r>
            <a:r>
              <a:rPr lang="en-US" dirty="0"/>
              <a:t>– </a:t>
            </a:r>
            <a:r>
              <a:rPr lang="ru-RU" dirty="0"/>
              <a:t>распаковка элементов</a:t>
            </a:r>
            <a:endParaRPr lang="en-US" dirty="0"/>
          </a:p>
          <a:p>
            <a:r>
              <a:rPr lang="ru-RU" dirty="0"/>
              <a:t>Работает для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ru-RU" dirty="0"/>
              <a:t>Любой класс, реализующий </a:t>
            </a:r>
            <a:r>
              <a:rPr lang="en-US" dirty="0"/>
              <a:t>tuple operations (</a:t>
            </a:r>
            <a:r>
              <a:rPr lang="en-US" dirty="0" err="1"/>
              <a:t>tuple_size</a:t>
            </a:r>
            <a:r>
              <a:rPr lang="en-US" dirty="0"/>
              <a:t>, </a:t>
            </a:r>
            <a:r>
              <a:rPr lang="en-US" dirty="0" err="1"/>
              <a:t>tuple_element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767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6075-D839-4FEB-AAC6-B0A6E622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std::tuple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9544-5F39-4360-AEF8-98C6F6C6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Кортеж элементов, обобщение пары на переменное количество элементов</a:t>
            </a:r>
          </a:p>
          <a:p>
            <a:r>
              <a:rPr lang="en-US" dirty="0"/>
              <a:t>std::get&lt;int&gt; / std::get&lt;1&gt;</a:t>
            </a:r>
            <a:endParaRPr lang="ru-RU" dirty="0"/>
          </a:p>
          <a:p>
            <a:r>
              <a:rPr lang="ru-RU" dirty="0"/>
              <a:t>Нужно задать </a:t>
            </a:r>
            <a:r>
              <a:rPr lang="en-US" dirty="0"/>
              <a:t>deduction guides</a:t>
            </a:r>
            <a:r>
              <a:rPr lang="ru-RU" dirty="0"/>
              <a:t> для вывода типов в конструкторе от пар и </a:t>
            </a:r>
            <a:r>
              <a:rPr lang="ru-RU" dirty="0" err="1"/>
              <a:t>аллокаторов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36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C8F1-828E-452B-AC1E-970E4C1C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создания </a:t>
            </a:r>
            <a:r>
              <a:rPr lang="en-US" dirty="0"/>
              <a:t>std::tuple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001D8-2208-4D03-917C-C77C9AB4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825624"/>
            <a:ext cx="10658400" cy="4843735"/>
          </a:xfrm>
        </p:spPr>
        <p:txBody>
          <a:bodyPr/>
          <a:lstStyle/>
          <a:p>
            <a:r>
              <a:rPr lang="ru-RU" dirty="0"/>
              <a:t>Вызов конструктора</a:t>
            </a:r>
            <a:endParaRPr lang="en-US" dirty="0"/>
          </a:p>
          <a:p>
            <a:r>
              <a:rPr lang="en-US" dirty="0"/>
              <a:t>std::</a:t>
            </a:r>
            <a:r>
              <a:rPr lang="en-US" dirty="0" err="1"/>
              <a:t>make_tuple</a:t>
            </a:r>
            <a:r>
              <a:rPr lang="ru-RU" dirty="0"/>
              <a:t> – можно не указывать явно параметры (не очень полезно из-за </a:t>
            </a:r>
            <a:r>
              <a:rPr lang="en-US" dirty="0"/>
              <a:t>CTAD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std::</a:t>
            </a:r>
            <a:r>
              <a:rPr lang="en-US" dirty="0" err="1"/>
              <a:t>make_tuple</a:t>
            </a:r>
            <a:r>
              <a:rPr lang="en-US" dirty="0"/>
              <a:t> </a:t>
            </a:r>
            <a:r>
              <a:rPr lang="ru-RU" dirty="0"/>
              <a:t>применяет </a:t>
            </a:r>
            <a:r>
              <a:rPr lang="en-US" dirty="0"/>
              <a:t>std::decay </a:t>
            </a:r>
            <a:r>
              <a:rPr lang="ru-RU" dirty="0"/>
              <a:t>к типам -</a:t>
            </a:r>
            <a:r>
              <a:rPr lang="en-US" dirty="0"/>
              <a:t>&gt; </a:t>
            </a:r>
            <a:r>
              <a:rPr lang="ru-RU" dirty="0"/>
              <a:t>теряем </a:t>
            </a:r>
            <a:r>
              <a:rPr lang="ru-RU" dirty="0" err="1"/>
              <a:t>ссылочность</a:t>
            </a:r>
            <a:r>
              <a:rPr lang="ru-RU" dirty="0"/>
              <a:t> и константность</a:t>
            </a:r>
            <a:r>
              <a:rPr lang="en-US" dirty="0"/>
              <a:t> (</a:t>
            </a:r>
            <a:r>
              <a:rPr lang="ru-RU" dirty="0"/>
              <a:t>можем решить </a:t>
            </a:r>
            <a:r>
              <a:rPr lang="en-US" dirty="0"/>
              <a:t>std::ref, </a:t>
            </a:r>
            <a:r>
              <a:rPr lang="ru-RU" dirty="0"/>
              <a:t>но не лучшее решение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std::tie – </a:t>
            </a:r>
            <a:r>
              <a:rPr lang="ru-RU" dirty="0"/>
              <a:t>добавляет </a:t>
            </a:r>
            <a:r>
              <a:rPr lang="ru-RU" dirty="0" err="1"/>
              <a:t>ссылочность</a:t>
            </a:r>
            <a:r>
              <a:rPr lang="ru-RU" dirty="0"/>
              <a:t> своим параметрам</a:t>
            </a:r>
            <a:endParaRPr lang="en-US" dirty="0"/>
          </a:p>
          <a:p>
            <a:r>
              <a:rPr lang="en-US" dirty="0"/>
              <a:t>std::</a:t>
            </a:r>
            <a:r>
              <a:rPr lang="en-US" dirty="0" err="1"/>
              <a:t>forward_as_tuple</a:t>
            </a:r>
            <a:r>
              <a:rPr lang="en-US" dirty="0"/>
              <a:t> – </a:t>
            </a:r>
            <a:r>
              <a:rPr lang="ru-RU" dirty="0"/>
              <a:t>применяет правила универсальных ссылок для вывода типов</a:t>
            </a:r>
            <a:endParaRPr lang="en-US" dirty="0"/>
          </a:p>
          <a:p>
            <a:r>
              <a:rPr lang="ru-RU" dirty="0"/>
              <a:t>Подробнее здесь</a:t>
            </a:r>
          </a:p>
        </p:txBody>
      </p:sp>
    </p:spTree>
    <p:extLst>
      <p:ext uri="{BB962C8B-B14F-4D97-AF65-F5344CB8AC3E}">
        <p14:creationId xmlns:p14="http://schemas.microsoft.com/office/powerpoint/2010/main" val="413727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BA69-069D-46DA-95BF-8933E51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std::ignore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4E8C-74B2-437E-984D-5B782545F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Объекту </a:t>
            </a:r>
            <a:r>
              <a:rPr lang="en-US" dirty="0"/>
              <a:t>std::ignore </a:t>
            </a:r>
            <a:r>
              <a:rPr lang="ru-RU" dirty="0"/>
              <a:t>класса </a:t>
            </a:r>
            <a:r>
              <a:rPr lang="en-US" dirty="0"/>
              <a:t>std::</a:t>
            </a:r>
            <a:r>
              <a:rPr lang="en-US" dirty="0" err="1"/>
              <a:t>ignore_t</a:t>
            </a:r>
            <a:r>
              <a:rPr lang="en-US" dirty="0"/>
              <a:t> </a:t>
            </a:r>
            <a:r>
              <a:rPr lang="ru-RU" dirty="0"/>
              <a:t>можно присваивать все, что угодно</a:t>
            </a:r>
          </a:p>
          <a:p>
            <a:r>
              <a:rPr lang="ru-RU" dirty="0"/>
              <a:t>Удобно использовать для игнорирования при распаковке с помощью </a:t>
            </a:r>
            <a:r>
              <a:rPr lang="en-US" dirty="0"/>
              <a:t>std::tie</a:t>
            </a:r>
            <a:endParaRPr lang="ru-RU" dirty="0"/>
          </a:p>
          <a:p>
            <a:r>
              <a:rPr lang="ru-RU" dirty="0"/>
              <a:t>Можно игнорировать </a:t>
            </a:r>
            <a:r>
              <a:rPr lang="en-US" dirty="0"/>
              <a:t>[[</a:t>
            </a:r>
            <a:r>
              <a:rPr lang="en-US" dirty="0" err="1"/>
              <a:t>nodiscard</a:t>
            </a:r>
            <a:r>
              <a:rPr lang="en-US" dirty="0"/>
              <a:t>]]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145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A927-B062-4B59-AF4E-5AC4F7F3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en-US" dirty="0"/>
              <a:t>std::tuple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7429-3464-4D2D-86D7-1B8E58253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Разбиваем на </a:t>
            </a:r>
            <a:r>
              <a:rPr lang="en-US" dirty="0"/>
              <a:t>Head</a:t>
            </a:r>
            <a:r>
              <a:rPr lang="ru-RU" dirty="0"/>
              <a:t> и </a:t>
            </a:r>
            <a:r>
              <a:rPr lang="en-US" dirty="0"/>
              <a:t>Tail, </a:t>
            </a:r>
            <a:r>
              <a:rPr lang="ru-RU" dirty="0"/>
              <a:t>храним в полях </a:t>
            </a:r>
            <a:r>
              <a:rPr lang="en-US" dirty="0"/>
              <a:t>Head </a:t>
            </a:r>
            <a:r>
              <a:rPr lang="ru-RU" dirty="0"/>
              <a:t>и </a:t>
            </a:r>
            <a:r>
              <a:rPr lang="en-US" dirty="0"/>
              <a:t>Tail </a:t>
            </a:r>
            <a:r>
              <a:rPr lang="ru-RU" dirty="0"/>
              <a:t>или наследуемся от </a:t>
            </a:r>
            <a:r>
              <a:rPr lang="en-US" dirty="0"/>
              <a:t>tuple&lt;Tail…&gt;</a:t>
            </a:r>
          </a:p>
          <a:p>
            <a:r>
              <a:rPr lang="en-US" dirty="0"/>
              <a:t>get – </a:t>
            </a:r>
            <a:r>
              <a:rPr lang="ru-RU" dirty="0"/>
              <a:t>не метод</a:t>
            </a:r>
            <a:r>
              <a:rPr lang="en-US" dirty="0"/>
              <a:t> (</a:t>
            </a:r>
            <a:r>
              <a:rPr lang="ru-RU" dirty="0"/>
              <a:t>иначе пришлось бы писать </a:t>
            </a:r>
            <a:r>
              <a:rPr lang="en-US" dirty="0" err="1"/>
              <a:t>t.template</a:t>
            </a:r>
            <a:r>
              <a:rPr lang="en-US" dirty="0"/>
              <a:t> get&lt;&gt;)</a:t>
            </a:r>
          </a:p>
          <a:p>
            <a:r>
              <a:rPr lang="ru-RU" dirty="0"/>
              <a:t>Для реализации методов опять разделяем на голову и хвост</a:t>
            </a:r>
          </a:p>
        </p:txBody>
      </p:sp>
    </p:spTree>
    <p:extLst>
      <p:ext uri="{BB962C8B-B14F-4D97-AF65-F5344CB8AC3E}">
        <p14:creationId xmlns:p14="http://schemas.microsoft.com/office/powerpoint/2010/main" val="322145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10495</TotalTime>
  <Words>413</Words>
  <Application>Microsoft Office PowerPoint</Application>
  <DocSecurity>0</DocSecurity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Семинар №9  Шаблоны: вывод типов, structured bindings,tuples</vt:lpstr>
      <vt:lpstr>auto</vt:lpstr>
      <vt:lpstr>decltype</vt:lpstr>
      <vt:lpstr>Deducing This</vt:lpstr>
      <vt:lpstr>CTAD и structured bindings</vt:lpstr>
      <vt:lpstr>std::tuple</vt:lpstr>
      <vt:lpstr>Способы создания std::tuple</vt:lpstr>
      <vt:lpstr>std::ignore</vt:lpstr>
      <vt:lpstr>Реализация std::tuple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99</cp:revision>
  <dcterms:created xsi:type="dcterms:W3CDTF">2012-12-03T06:56:55Z</dcterms:created>
  <dcterms:modified xsi:type="dcterms:W3CDTF">2025-04-12T09:15:32Z</dcterms:modified>
  <cp:category/>
  <dc:identifier/>
  <cp:contentStatus/>
  <dc:language/>
  <cp:version/>
</cp:coreProperties>
</file>