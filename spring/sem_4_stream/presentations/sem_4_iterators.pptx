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59" r:id="rId1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udyplan.dev/pro-cpp/file-strea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4</a:t>
            </a:r>
            <a:br>
              <a:rPr lang="en-US" dirty="0"/>
            </a:br>
            <a:br>
              <a:rPr lang="ru-RU" dirty="0"/>
            </a:br>
            <a:r>
              <a:rPr lang="ru-RU" dirty="0"/>
              <a:t>Итераторы</a:t>
            </a:r>
            <a:r>
              <a:rPr lang="en-US" dirty="0"/>
              <a:t>. </a:t>
            </a:r>
            <a:br>
              <a:rPr lang="ru-RU" dirty="0"/>
            </a:br>
            <a:r>
              <a:rPr lang="ru-RU" dirty="0"/>
              <a:t>Продолжение</a:t>
            </a:r>
            <a:r>
              <a:rPr lang="en-US" dirty="0"/>
              <a:t> </a:t>
            </a:r>
            <a:r>
              <a:rPr lang="ru-RU" dirty="0"/>
              <a:t>продолжения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Потоки</a:t>
            </a:r>
            <a:r>
              <a:rPr lang="en-US" dirty="0"/>
              <a:t> </a:t>
            </a:r>
            <a:r>
              <a:rPr lang="ru-RU" dirty="0"/>
              <a:t>и контейнеры</a:t>
            </a:r>
            <a:r>
              <a:rPr lang="en-US" dirty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B190-FDEB-4EA2-93F0-C143ACE8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stringstream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D09A-E392-4C39-9782-DCF7A259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Позволяет работать со строкой как с потоком</a:t>
            </a:r>
          </a:p>
          <a:p>
            <a:r>
              <a:rPr lang="ru-RU" dirty="0"/>
              <a:t>Можно использовать для преобразования типа	</a:t>
            </a:r>
          </a:p>
          <a:p>
            <a:r>
              <a:rPr lang="ru-RU" dirty="0"/>
              <a:t>А также для форматирования строк</a:t>
            </a:r>
          </a:p>
          <a:p>
            <a:r>
              <a:rPr lang="en-US" dirty="0" err="1"/>
              <a:t>istringstream</a:t>
            </a:r>
            <a:r>
              <a:rPr lang="en-US" dirty="0"/>
              <a:t> – </a:t>
            </a:r>
            <a:r>
              <a:rPr lang="ru-RU" dirty="0"/>
              <a:t>чтение из строки как из потока</a:t>
            </a:r>
            <a:endParaRPr lang="en-US" dirty="0"/>
          </a:p>
          <a:p>
            <a:r>
              <a:rPr lang="en-US" dirty="0" err="1"/>
              <a:t>ostringstream</a:t>
            </a:r>
            <a:r>
              <a:rPr lang="ru-RU" dirty="0"/>
              <a:t> – запись в строку как в поток</a:t>
            </a:r>
            <a:endParaRPr lang="en-US" dirty="0"/>
          </a:p>
          <a:p>
            <a:r>
              <a:rPr lang="en-US" dirty="0" err="1"/>
              <a:t>stringstream</a:t>
            </a:r>
            <a:r>
              <a:rPr lang="en-US" dirty="0"/>
              <a:t> – </a:t>
            </a:r>
            <a:r>
              <a:rPr lang="ru-RU" dirty="0"/>
              <a:t>объединяет функционал </a:t>
            </a:r>
            <a:r>
              <a:rPr lang="en-US" dirty="0" err="1"/>
              <a:t>istringstream</a:t>
            </a:r>
            <a:r>
              <a:rPr lang="en-US" dirty="0"/>
              <a:t>/</a:t>
            </a:r>
            <a:r>
              <a:rPr lang="en-US" dirty="0" err="1"/>
              <a:t>ostringstream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971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8A80-2AFC-4432-8515-4EA35A88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файлами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39ED-8924-4CC4-9896-D0ECD17C1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1727"/>
          </a:xfrm>
        </p:spPr>
        <p:txBody>
          <a:bodyPr>
            <a:normAutofit fontScale="925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Классы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ifstream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fstream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std::fstream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чтения из файла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записи в файл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чтения и записи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каких режимах можно открыть файл (можно объединять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“|”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::in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на чтение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::out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на запись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::ate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передвинуть каретку в конец файла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::app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(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append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запись в конец файла вне зависимости от каретки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::binary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бинарный формат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trunc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отчистить содержимое файла при открытии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noreplace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если файл уже существует, бросается исключение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eekp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tellp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seekg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tellg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изменение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чтение позиции на запись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чтение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20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5A16-4697-4B85-8D51-19C1B786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 по потокам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A505-9AAD-4276-8CD8-4138D550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 err="1"/>
              <a:t>istream_iterator</a:t>
            </a:r>
            <a:r>
              <a:rPr lang="en-US" dirty="0"/>
              <a:t> / </a:t>
            </a:r>
            <a:r>
              <a:rPr lang="en-US" dirty="0" err="1"/>
              <a:t>ostream_iterator</a:t>
            </a:r>
            <a:endParaRPr lang="en-US" dirty="0"/>
          </a:p>
          <a:p>
            <a:r>
              <a:rPr lang="ru-RU" dirty="0"/>
              <a:t>Обертка над потоком, позволяющая получить итератор на него</a:t>
            </a:r>
            <a:endParaRPr lang="en-US" dirty="0"/>
          </a:p>
          <a:p>
            <a:r>
              <a:rPr lang="ru-RU" dirty="0"/>
              <a:t>Являются </a:t>
            </a:r>
            <a:r>
              <a:rPr lang="en-US" dirty="0"/>
              <a:t>input/output, </a:t>
            </a:r>
            <a:r>
              <a:rPr lang="ru-RU" dirty="0"/>
              <a:t>но не </a:t>
            </a:r>
            <a:r>
              <a:rPr lang="en-US" dirty="0"/>
              <a:t>forward </a:t>
            </a:r>
            <a:r>
              <a:rPr lang="ru-RU" dirty="0"/>
              <a:t>итераторами</a:t>
            </a:r>
          </a:p>
        </p:txBody>
      </p:sp>
    </p:spTree>
    <p:extLst>
      <p:ext uri="{BB962C8B-B14F-4D97-AF65-F5344CB8AC3E}">
        <p14:creationId xmlns:p14="http://schemas.microsoft.com/office/powerpoint/2010/main" val="178145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EFF6-8E0D-428D-A6A5-B39C28DB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string_view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6264-04B9-4063-96EC-E2DE43DD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Позволяют получить</a:t>
            </a:r>
            <a:r>
              <a:rPr lang="en-US" dirty="0"/>
              <a:t> “</a:t>
            </a:r>
            <a:r>
              <a:rPr lang="ru-RU" dirty="0"/>
              <a:t>взгляд</a:t>
            </a:r>
            <a:r>
              <a:rPr lang="en-US" dirty="0"/>
              <a:t>”</a:t>
            </a:r>
            <a:r>
              <a:rPr lang="ru-RU" dirty="0"/>
              <a:t> на контейнеры, но не дают владения им</a:t>
            </a:r>
            <a:r>
              <a:rPr lang="en-US" dirty="0"/>
              <a:t> (!). </a:t>
            </a:r>
            <a:r>
              <a:rPr lang="ru-RU" dirty="0"/>
              <a:t>Надо следить, чтобы </a:t>
            </a:r>
            <a:r>
              <a:rPr lang="en-US" dirty="0"/>
              <a:t>“</a:t>
            </a:r>
            <a:r>
              <a:rPr lang="ru-RU" dirty="0"/>
              <a:t>вьюшка</a:t>
            </a:r>
            <a:r>
              <a:rPr lang="en-US" dirty="0"/>
              <a:t>”</a:t>
            </a:r>
            <a:r>
              <a:rPr lang="ru-RU" dirty="0"/>
              <a:t> не пережила сам контейнер</a:t>
            </a:r>
          </a:p>
          <a:p>
            <a:r>
              <a:rPr lang="ru-RU" dirty="0"/>
              <a:t>Лучше принимать в функции </a:t>
            </a:r>
            <a:r>
              <a:rPr lang="en-US" dirty="0" err="1"/>
              <a:t>string_view</a:t>
            </a:r>
            <a:r>
              <a:rPr lang="ru-RU" dirty="0"/>
              <a:t>, чем</a:t>
            </a:r>
            <a:r>
              <a:rPr lang="en-US" dirty="0"/>
              <a:t> const string&amp; (</a:t>
            </a:r>
            <a:r>
              <a:rPr lang="ru-RU" dirty="0"/>
              <a:t>конверсия из </a:t>
            </a:r>
            <a:r>
              <a:rPr lang="en-US" dirty="0"/>
              <a:t>C-style </a:t>
            </a:r>
            <a:r>
              <a:rPr lang="ru-RU" dirty="0"/>
              <a:t>строк и литералов ведёт к лишним копированиям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Бесплатные подстроки (в отличие от </a:t>
            </a:r>
            <a:r>
              <a:rPr lang="en-US" dirty="0" err="1"/>
              <a:t>string.substr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Через </a:t>
            </a:r>
            <a:r>
              <a:rPr lang="en-US" dirty="0"/>
              <a:t>std::</a:t>
            </a:r>
            <a:r>
              <a:rPr lang="en-US" dirty="0" err="1"/>
              <a:t>string_view</a:t>
            </a:r>
            <a:r>
              <a:rPr lang="en-US" dirty="0"/>
              <a:t> </a:t>
            </a:r>
            <a:r>
              <a:rPr lang="ru-RU" dirty="0"/>
              <a:t>нельзя менять исходную строку</a:t>
            </a:r>
          </a:p>
        </p:txBody>
      </p:sp>
    </p:spTree>
    <p:extLst>
      <p:ext uri="{BB962C8B-B14F-4D97-AF65-F5344CB8AC3E}">
        <p14:creationId xmlns:p14="http://schemas.microsoft.com/office/powerpoint/2010/main" val="66820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B53B-6695-47BC-AB83-D35FE380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std::span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CB60-27F8-425F-A75A-006B785CF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4424" cy="4667250"/>
          </a:xfrm>
        </p:spPr>
        <p:txBody>
          <a:bodyPr>
            <a:normAutofit/>
          </a:bodyPr>
          <a:lstStyle/>
          <a:p>
            <a:r>
              <a:rPr lang="ru-RU" dirty="0"/>
              <a:t>Легковесный </a:t>
            </a:r>
            <a:r>
              <a:rPr lang="en-US" dirty="0"/>
              <a:t>“</a:t>
            </a:r>
            <a:r>
              <a:rPr lang="ru-RU" dirty="0"/>
              <a:t>взгляд</a:t>
            </a:r>
            <a:r>
              <a:rPr lang="en-US" dirty="0"/>
              <a:t>”</a:t>
            </a:r>
            <a:r>
              <a:rPr lang="ru-RU" dirty="0"/>
              <a:t> на контейнер с последовательными элементами</a:t>
            </a:r>
          </a:p>
          <a:p>
            <a:r>
              <a:rPr lang="ru-RU" dirty="0"/>
              <a:t>Можно работать с </a:t>
            </a:r>
            <a:r>
              <a:rPr lang="en-US" dirty="0"/>
              <a:t>C-style </a:t>
            </a:r>
            <a:r>
              <a:rPr lang="ru-RU" dirty="0"/>
              <a:t>массивами, векторами, </a:t>
            </a:r>
            <a:r>
              <a:rPr lang="en-US" dirty="0"/>
              <a:t>std::array,</a:t>
            </a:r>
            <a:r>
              <a:rPr lang="ru-RU" dirty="0"/>
              <a:t> диапазонами из них</a:t>
            </a:r>
            <a:endParaRPr lang="en-US" dirty="0"/>
          </a:p>
          <a:p>
            <a:r>
              <a:rPr lang="ru-RU" dirty="0"/>
              <a:t>Избегает лишних копий</a:t>
            </a:r>
          </a:p>
          <a:p>
            <a:r>
              <a:rPr lang="ru-RU" dirty="0"/>
              <a:t>Бесплатное создание частей последовательности (</a:t>
            </a:r>
            <a:r>
              <a:rPr lang="en-US" dirty="0"/>
              <a:t>.</a:t>
            </a:r>
            <a:r>
              <a:rPr lang="en-US" dirty="0" err="1"/>
              <a:t>subspan</a:t>
            </a:r>
            <a:r>
              <a:rPr lang="ru-RU" dirty="0"/>
              <a:t>)</a:t>
            </a:r>
          </a:p>
          <a:p>
            <a:r>
              <a:rPr lang="ru-RU" dirty="0"/>
              <a:t>Через </a:t>
            </a:r>
            <a:r>
              <a:rPr lang="en-US" dirty="0"/>
              <a:t>std::span </a:t>
            </a:r>
            <a:r>
              <a:rPr lang="ru-RU" dirty="0"/>
              <a:t>можно менять исходную последовательность</a:t>
            </a:r>
            <a:endParaRPr lang="en-US" dirty="0"/>
          </a:p>
          <a:p>
            <a:r>
              <a:rPr lang="ru-RU" dirty="0"/>
              <a:t>Надо следить, что </a:t>
            </a:r>
            <a:r>
              <a:rPr lang="en-US" dirty="0"/>
              <a:t>std::span </a:t>
            </a:r>
            <a:r>
              <a:rPr lang="ru-RU" dirty="0"/>
              <a:t>не переживает последовательность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17891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BC70-74FA-4FD6-A506-B8372F8E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std::optional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812C-CE50-4644-9567-129586B96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Значение либо есть, либо его нет</a:t>
            </a:r>
          </a:p>
          <a:p>
            <a:r>
              <a:rPr lang="ru-RU" dirty="0"/>
              <a:t>Позволяет избегать -1 и прочих магических констант</a:t>
            </a:r>
          </a:p>
          <a:p>
            <a:r>
              <a:rPr lang="ru-RU" dirty="0"/>
              <a:t>Позволяет отложить создание объекта на потом</a:t>
            </a:r>
            <a:endParaRPr lang="en-US" dirty="0"/>
          </a:p>
          <a:p>
            <a:r>
              <a:rPr lang="ru-RU" dirty="0"/>
              <a:t>Максимально упаковывает флаг (в </a:t>
            </a:r>
            <a:r>
              <a:rPr lang="ru-RU" dirty="0" err="1"/>
              <a:t>паддинг</a:t>
            </a:r>
            <a:r>
              <a:rPr lang="ru-RU" dirty="0"/>
              <a:t>, если возможно)</a:t>
            </a:r>
          </a:p>
          <a:p>
            <a:r>
              <a:rPr lang="ru-RU" dirty="0"/>
              <a:t>При попытке доступа к объекту, когда его нет, вылетает исключение</a:t>
            </a:r>
          </a:p>
          <a:p>
            <a:r>
              <a:rPr lang="en-US" dirty="0"/>
              <a:t>std::</a:t>
            </a:r>
            <a:r>
              <a:rPr lang="en-US" dirty="0" err="1"/>
              <a:t>nullopt</a:t>
            </a:r>
            <a:r>
              <a:rPr lang="en-US" dirty="0"/>
              <a:t> – </a:t>
            </a:r>
            <a:r>
              <a:rPr lang="ru-RU" dirty="0"/>
              <a:t>отсутствие объекта</a:t>
            </a:r>
            <a:endParaRPr lang="en-US" dirty="0"/>
          </a:p>
          <a:p>
            <a:r>
              <a:rPr lang="ru-RU" dirty="0"/>
              <a:t>Есть каст к </a:t>
            </a:r>
            <a:r>
              <a:rPr lang="en-US" dirty="0"/>
              <a:t>bool</a:t>
            </a:r>
            <a:endParaRPr lang="ru-RU" dirty="0"/>
          </a:p>
          <a:p>
            <a:r>
              <a:rPr lang="ru-RU" dirty="0"/>
              <a:t>Объект лежит на стеке, никаких внутренних динамических </a:t>
            </a:r>
            <a:r>
              <a:rPr lang="ru-RU" dirty="0" err="1"/>
              <a:t>аллокаций</a:t>
            </a:r>
            <a:endParaRPr lang="ru-RU" dirty="0"/>
          </a:p>
          <a:p>
            <a:r>
              <a:rPr lang="en-US" dirty="0" err="1"/>
              <a:t>value_or</a:t>
            </a:r>
            <a:r>
              <a:rPr lang="en-US" dirty="0"/>
              <a:t>(default) – </a:t>
            </a:r>
            <a:r>
              <a:rPr lang="ru-RU" dirty="0"/>
              <a:t>значение или дефолтное 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293308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56AF-BE99-45F6-8137-02457B35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std::expected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732D-A830-48D0-B306-C7FD754A5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172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Похож на </a:t>
            </a:r>
            <a:r>
              <a:rPr lang="en-US" dirty="0"/>
              <a:t>std::optional, </a:t>
            </a:r>
            <a:r>
              <a:rPr lang="ru-RU" dirty="0"/>
              <a:t>но может иметь несколько </a:t>
            </a:r>
            <a:r>
              <a:rPr lang="en-US" dirty="0"/>
              <a:t>“</a:t>
            </a:r>
            <a:r>
              <a:rPr lang="ru-RU" dirty="0"/>
              <a:t>ошибочных</a:t>
            </a:r>
            <a:r>
              <a:rPr lang="en-US" dirty="0"/>
              <a:t>”</a:t>
            </a:r>
            <a:r>
              <a:rPr lang="ru-RU" dirty="0"/>
              <a:t> значений</a:t>
            </a:r>
          </a:p>
          <a:p>
            <a:r>
              <a:rPr lang="ru-RU" dirty="0"/>
              <a:t>Альтернатива исключениям</a:t>
            </a:r>
          </a:p>
          <a:p>
            <a:r>
              <a:rPr lang="ru-RU" dirty="0"/>
              <a:t>При попытке обращения к несуществующему значению выбрасывается исключение </a:t>
            </a:r>
            <a:r>
              <a:rPr lang="en-US" b="1" i="0" dirty="0">
                <a:effectLst/>
              </a:rPr>
              <a:t>std::</a:t>
            </a:r>
            <a:r>
              <a:rPr lang="en-US" b="1" i="0" dirty="0" err="1">
                <a:effectLst/>
              </a:rPr>
              <a:t>bad_expected_access</a:t>
            </a:r>
            <a:endParaRPr lang="en-US" b="1" i="0" dirty="0">
              <a:effectLst/>
            </a:endParaRPr>
          </a:p>
          <a:p>
            <a:r>
              <a:rPr lang="en-US" dirty="0"/>
              <a:t>Monadic interface: </a:t>
            </a:r>
            <a:r>
              <a:rPr lang="en-US" dirty="0" err="1"/>
              <a:t>and_then</a:t>
            </a:r>
            <a:r>
              <a:rPr lang="en-US" dirty="0"/>
              <a:t>, transform, </a:t>
            </a:r>
            <a:r>
              <a:rPr lang="en-US" dirty="0" err="1"/>
              <a:t>or_else</a:t>
            </a:r>
            <a:endParaRPr lang="en-US" dirty="0"/>
          </a:p>
          <a:p>
            <a:r>
              <a:rPr lang="en-US" dirty="0" err="1"/>
              <a:t>value_or</a:t>
            </a:r>
            <a:r>
              <a:rPr lang="en-US" dirty="0"/>
              <a:t>(default) – </a:t>
            </a:r>
            <a:r>
              <a:rPr lang="ru-RU" dirty="0"/>
              <a:t>значение или дефолтное значение</a:t>
            </a:r>
            <a:endParaRPr lang="ru-RU" b="1" dirty="0"/>
          </a:p>
          <a:p>
            <a:r>
              <a:rPr lang="ru-RU" dirty="0"/>
              <a:t>В качестве ошибки можно использовать </a:t>
            </a:r>
            <a:r>
              <a:rPr lang="en-US" dirty="0"/>
              <a:t>std::</a:t>
            </a:r>
            <a:r>
              <a:rPr lang="en-US" dirty="0" err="1"/>
              <a:t>error_code</a:t>
            </a:r>
            <a:r>
              <a:rPr lang="en-US" dirty="0"/>
              <a:t> </a:t>
            </a:r>
            <a:r>
              <a:rPr lang="ru-RU" dirty="0"/>
              <a:t>или использовать свой класс </a:t>
            </a:r>
            <a:r>
              <a:rPr lang="en-US" dirty="0"/>
              <a:t>/</a:t>
            </a:r>
            <a:r>
              <a:rPr lang="ru-RU" dirty="0"/>
              <a:t> </a:t>
            </a:r>
            <a:r>
              <a:rPr lang="en-US" dirty="0" err="1"/>
              <a:t>enum</a:t>
            </a:r>
            <a:endParaRPr lang="en-US" dirty="0"/>
          </a:p>
          <a:p>
            <a:r>
              <a:rPr lang="ru-RU" dirty="0"/>
              <a:t>Хранит </a:t>
            </a:r>
            <a:r>
              <a:rPr lang="en-US" dirty="0"/>
              <a:t>union </a:t>
            </a:r>
            <a:r>
              <a:rPr lang="ru-RU" dirty="0"/>
              <a:t>из двух типов, пытается уместить флаг в </a:t>
            </a:r>
            <a:r>
              <a:rPr lang="ru-RU" dirty="0" err="1"/>
              <a:t>паддинг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769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0F4B-5CF5-4B6A-BBE9-3C0124B4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69EBB-CFE9-4533-9E2B-905A07A72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Fstream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62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511</Words>
  <Application>Microsoft Office PowerPoint</Application>
  <DocSecurity>0</DocSecurity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Семинар №4  Итераторы.  Продолжение продолжения (Потоки и контейнеры)</vt:lpstr>
      <vt:lpstr>stringstream</vt:lpstr>
      <vt:lpstr>Работа с файлами</vt:lpstr>
      <vt:lpstr>Итераторы по потокам</vt:lpstr>
      <vt:lpstr>std::string_view</vt:lpstr>
      <vt:lpstr>std::span</vt:lpstr>
      <vt:lpstr>std::optional</vt:lpstr>
      <vt:lpstr>std::expected</vt:lpstr>
      <vt:lpstr>Что почитать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/>
  <cp:keywords/>
  <dc:description/>
  <cp:lastModifiedBy>Konstantin Dragun</cp:lastModifiedBy>
  <cp:revision>31</cp:revision>
  <dcterms:created xsi:type="dcterms:W3CDTF">2012-12-03T06:56:55Z</dcterms:created>
  <dcterms:modified xsi:type="dcterms:W3CDTF">2025-02-26T00:23:11Z</dcterms:modified>
  <cp:category/>
  <dc:identifier/>
  <cp:contentStatus/>
  <dc:language/>
  <cp:version/>
</cp:coreProperties>
</file>