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77" r:id="rId6"/>
    <p:sldId id="274" r:id="rId7"/>
    <p:sldId id="275" r:id="rId8"/>
    <p:sldId id="276" r:id="rId9"/>
    <p:sldId id="278" r:id="rId10"/>
    <p:sldId id="279" r:id="rId11"/>
    <p:sldId id="280" r:id="rId12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onstantin Dragun" initials="KD" lastIdx="1" clrIdx="0">
    <p:extLst>
      <p:ext uri="{19B8F6BF-5375-455C-9EA6-DF929625EA0E}">
        <p15:presenceInfo xmlns:p15="http://schemas.microsoft.com/office/powerpoint/2012/main" userId="Konstantin Dragu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>
      <p:cViewPr varScale="1">
        <p:scale>
          <a:sx n="67" d="100"/>
          <a:sy n="67" d="100"/>
        </p:scale>
        <p:origin x="56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Click icon to add picture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Click to edit Master text styles</a:t>
            </a:r>
            <a:endParaRPr/>
          </a:p>
          <a:p>
            <a:pPr lvl="1">
              <a:defRPr/>
            </a:pPr>
            <a:r>
              <a:rPr lang="ru-RU"/>
              <a:t>Second level</a:t>
            </a:r>
            <a:endParaRPr/>
          </a:p>
          <a:p>
            <a:pPr lvl="2">
              <a:defRPr/>
            </a:pPr>
            <a:r>
              <a:rPr lang="ru-RU"/>
              <a:t>Third level</a:t>
            </a:r>
            <a:endParaRPr/>
          </a:p>
          <a:p>
            <a:pPr lvl="3">
              <a:defRPr/>
            </a:pPr>
            <a:r>
              <a:rPr lang="ru-RU"/>
              <a:t>Fourth level</a:t>
            </a:r>
            <a:endParaRPr/>
          </a:p>
          <a:p>
            <a:pPr lvl="4">
              <a:defRPr/>
            </a:pPr>
            <a:r>
              <a:rPr lang="ru-RU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334892" y="1700892"/>
            <a:ext cx="9333106" cy="300286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dirty="0"/>
              <a:t>Семинар №</a:t>
            </a:r>
            <a:r>
              <a:rPr lang="en-US" dirty="0"/>
              <a:t>12</a:t>
            </a:r>
            <a:br>
              <a:rPr lang="en-US" dirty="0"/>
            </a:br>
            <a:br>
              <a:rPr lang="ru-RU" dirty="0"/>
            </a:br>
            <a:r>
              <a:rPr lang="en-US" dirty="0"/>
              <a:t>SFINAE, requires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405F-886B-4C50-87B3-3EC23A32C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SFINAE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B63-7188-4F02-AB33-3152CD767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SFINAE – substitution failure is not an error</a:t>
            </a:r>
          </a:p>
          <a:p>
            <a:r>
              <a:rPr lang="ru-RU" dirty="0"/>
              <a:t>Если ошибка при подстановке типа в шаблонный параметр происходит при выборе перегрузки – то она не приводит к ошибке компиляции. Просто эта версия перегрузки не выбирается.</a:t>
            </a:r>
            <a:endParaRPr lang="en-US" dirty="0"/>
          </a:p>
          <a:p>
            <a:r>
              <a:rPr lang="ru-RU" dirty="0"/>
              <a:t>Эта ошибка может быть в трех местах</a:t>
            </a:r>
            <a:r>
              <a:rPr lang="en-US" dirty="0"/>
              <a:t>: </a:t>
            </a:r>
            <a:endParaRPr lang="ru-RU" dirty="0"/>
          </a:p>
          <a:p>
            <a:pPr lvl="1"/>
            <a:r>
              <a:rPr lang="ru-RU" dirty="0"/>
              <a:t>в типе возвращаемого значения</a:t>
            </a:r>
          </a:p>
          <a:p>
            <a:pPr lvl="1"/>
            <a:r>
              <a:rPr lang="ru-RU" dirty="0"/>
              <a:t>в типе аргумента функции</a:t>
            </a:r>
          </a:p>
          <a:p>
            <a:pPr lvl="1"/>
            <a:r>
              <a:rPr lang="ru-RU" dirty="0"/>
              <a:t>в шаблонных параметрах</a:t>
            </a:r>
          </a:p>
          <a:p>
            <a:r>
              <a:rPr lang="ru-RU" dirty="0"/>
              <a:t>Но </a:t>
            </a:r>
            <a:r>
              <a:rPr lang="ru-RU" b="1" dirty="0"/>
              <a:t>НЕ</a:t>
            </a:r>
            <a:r>
              <a:rPr lang="ru-RU" dirty="0"/>
              <a:t> может быть в теле функции!</a:t>
            </a:r>
          </a:p>
        </p:txBody>
      </p:sp>
    </p:spTree>
    <p:extLst>
      <p:ext uri="{BB962C8B-B14F-4D97-AF65-F5344CB8AC3E}">
        <p14:creationId xmlns:p14="http://schemas.microsoft.com/office/powerpoint/2010/main" val="240952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C7333-300C-4B05-9724-D9BD112A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Общая идея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7D819-E1F8-4D5B-B6B6-B81E97EA0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62456" cy="4351338"/>
          </a:xfrm>
        </p:spPr>
        <p:txBody>
          <a:bodyPr/>
          <a:lstStyle/>
          <a:p>
            <a:r>
              <a:rPr lang="ru-RU" dirty="0"/>
              <a:t>Делаем одну более предпочтительную с точки зрения аргументов версию, и одну менее (например, принимающую </a:t>
            </a:r>
            <a:r>
              <a:rPr lang="en-US" dirty="0"/>
              <a:t>‘…’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В более предпочтительную версию вставляем </a:t>
            </a:r>
            <a:r>
              <a:rPr lang="en-US" dirty="0"/>
              <a:t>SFINAE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528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57D84-E9C2-4289-A76C-DCABD4ECB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</a:t>
            </a:r>
            <a:r>
              <a:rPr lang="en-US" dirty="0" err="1"/>
              <a:t>is_class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42C28-732B-4677-ACAF-20C55515F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Наследуемся от типа, равного возвращаемому значению функции</a:t>
            </a:r>
            <a:r>
              <a:rPr lang="en-US" dirty="0"/>
              <a:t>: </a:t>
            </a:r>
            <a:r>
              <a:rPr lang="en-US" dirty="0" err="1"/>
              <a:t>decltype</a:t>
            </a:r>
            <a:r>
              <a:rPr lang="en-US" dirty="0"/>
              <a:t>(detail::test&lt;T&gt;(</a:t>
            </a:r>
            <a:r>
              <a:rPr lang="en-US" dirty="0" err="1"/>
              <a:t>nullptr</a:t>
            </a:r>
            <a:r>
              <a:rPr lang="en-US" dirty="0"/>
              <a:t>))</a:t>
            </a:r>
          </a:p>
          <a:p>
            <a:r>
              <a:rPr lang="ru-RU" dirty="0"/>
              <a:t>Если </a:t>
            </a:r>
            <a:r>
              <a:rPr lang="en-US" dirty="0" err="1"/>
              <a:t>nullptr</a:t>
            </a:r>
            <a:r>
              <a:rPr lang="en-US" dirty="0"/>
              <a:t> </a:t>
            </a:r>
            <a:r>
              <a:rPr lang="ru-RU" dirty="0"/>
              <a:t>можно </a:t>
            </a:r>
            <a:r>
              <a:rPr lang="ru-RU" dirty="0" err="1"/>
              <a:t>скастить</a:t>
            </a:r>
            <a:r>
              <a:rPr lang="ru-RU" dirty="0"/>
              <a:t> к указателю на метод класса, то </a:t>
            </a:r>
            <a:r>
              <a:rPr lang="en-US" dirty="0"/>
              <a:t>T </a:t>
            </a:r>
            <a:r>
              <a:rPr lang="ru-RU" dirty="0"/>
              <a:t>это класс (только у классов могут быть указатели на методы)</a:t>
            </a:r>
          </a:p>
          <a:p>
            <a:r>
              <a:rPr lang="ru-RU" dirty="0"/>
              <a:t>Причем не важно, есть ли поле такого типа. Сам тип </a:t>
            </a:r>
            <a:r>
              <a:rPr lang="en-US" dirty="0"/>
              <a:t>int T::* </a:t>
            </a:r>
            <a:r>
              <a:rPr lang="ru-RU" dirty="0"/>
              <a:t>будет всегда корректен.</a:t>
            </a:r>
          </a:p>
          <a:p>
            <a:r>
              <a:rPr lang="ru-RU" dirty="0"/>
              <a:t>Если </a:t>
            </a:r>
            <a:r>
              <a:rPr lang="ru-RU" dirty="0" err="1"/>
              <a:t>скастить</a:t>
            </a:r>
            <a:r>
              <a:rPr lang="ru-RU" dirty="0"/>
              <a:t> к такому типу нельзя, то это не класс</a:t>
            </a:r>
          </a:p>
        </p:txBody>
      </p:sp>
    </p:spTree>
    <p:extLst>
      <p:ext uri="{BB962C8B-B14F-4D97-AF65-F5344CB8AC3E}">
        <p14:creationId xmlns:p14="http://schemas.microsoft.com/office/powerpoint/2010/main" val="415282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FC84B-4A3E-4EB6-B24B-3B6108CBB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 trick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EEA6C-4718-4070-9C46-013B16709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Иногда хотим проверить, корректна ли шаблонная подстановка для некоторого типа, но не хотим использовать получившийся тип</a:t>
            </a:r>
          </a:p>
          <a:p>
            <a:r>
              <a:rPr lang="ru-RU" dirty="0"/>
              <a:t>Используем оператор </a:t>
            </a:r>
            <a:r>
              <a:rPr lang="en-US" dirty="0"/>
              <a:t>“,” , </a:t>
            </a:r>
            <a:r>
              <a:rPr lang="ru-RU" dirty="0"/>
              <a:t>например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true_type</a:t>
            </a:r>
            <a:r>
              <a:rPr lang="en-US" dirty="0"/>
              <a:t> helper(</a:t>
            </a:r>
            <a:r>
              <a:rPr lang="en-US" dirty="0" err="1"/>
              <a:t>decltype</a:t>
            </a:r>
            <a:r>
              <a:rPr lang="en-US" dirty="0"/>
              <a:t>(T(std::</a:t>
            </a:r>
            <a:r>
              <a:rPr lang="en-US" dirty="0" err="1"/>
              <a:t>declval</a:t>
            </a:r>
            <a:r>
              <a:rPr lang="en-US" dirty="0"/>
              <a:t>&lt;</a:t>
            </a:r>
            <a:r>
              <a:rPr lang="en-US" dirty="0" err="1"/>
              <a:t>Args</a:t>
            </a:r>
            <a:r>
              <a:rPr lang="en-US" dirty="0"/>
              <a:t>&gt;()...)</a:t>
            </a:r>
            <a:r>
              <a:rPr lang="en-US" sz="3600" b="1" dirty="0">
                <a:solidFill>
                  <a:schemeClr val="accent6"/>
                </a:solidFill>
              </a:rPr>
              <a:t>,</a:t>
            </a:r>
            <a:r>
              <a:rPr lang="en-US" dirty="0"/>
              <a:t> </a:t>
            </a:r>
            <a:r>
              <a:rPr lang="en-US" dirty="0" err="1"/>
              <a:t>nullptr</a:t>
            </a:r>
            <a:r>
              <a:rPr lang="en-US" dirty="0"/>
              <a:t>));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9171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04AD-F8A2-49DC-8CF2-6F514BB4F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</a:t>
            </a:r>
            <a:r>
              <a:rPr lang="en-US" dirty="0" err="1"/>
              <a:t>is_polymorphic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B972B-3371-49AC-AEAC-B86CE5E11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Идея как в </a:t>
            </a:r>
            <a:r>
              <a:rPr lang="en-US" dirty="0" err="1"/>
              <a:t>is_class</a:t>
            </a:r>
            <a:endParaRPr lang="en-US" dirty="0"/>
          </a:p>
          <a:p>
            <a:r>
              <a:rPr lang="ru-RU" dirty="0"/>
              <a:t>Нужно понять, как отличить в </a:t>
            </a:r>
            <a:r>
              <a:rPr lang="en-US" dirty="0"/>
              <a:t>compile time </a:t>
            </a:r>
            <a:r>
              <a:rPr lang="ru-RU" dirty="0"/>
              <a:t>полиморфный тип от </a:t>
            </a:r>
            <a:r>
              <a:rPr lang="ru-RU" dirty="0" err="1"/>
              <a:t>неполиморфного</a:t>
            </a:r>
            <a:r>
              <a:rPr lang="ru-RU" dirty="0"/>
              <a:t>.</a:t>
            </a:r>
          </a:p>
          <a:p>
            <a:r>
              <a:rPr lang="ru-RU" dirty="0"/>
              <a:t>Можем использовать </a:t>
            </a:r>
            <a:r>
              <a:rPr lang="en-US" dirty="0" err="1"/>
              <a:t>dynamic_cast</a:t>
            </a:r>
            <a:r>
              <a:rPr lang="en-US" dirty="0"/>
              <a:t>: </a:t>
            </a:r>
            <a:r>
              <a:rPr lang="en-US" dirty="0" err="1"/>
              <a:t>dynamic_cast</a:t>
            </a:r>
            <a:r>
              <a:rPr lang="en-US" dirty="0"/>
              <a:t> </a:t>
            </a:r>
            <a:r>
              <a:rPr lang="ru-RU" dirty="0" err="1"/>
              <a:t>неполиморфного</a:t>
            </a:r>
            <a:r>
              <a:rPr lang="ru-RU" dirty="0"/>
              <a:t> типа к </a:t>
            </a:r>
            <a:r>
              <a:rPr lang="en-US" dirty="0"/>
              <a:t>void* </a:t>
            </a:r>
            <a:r>
              <a:rPr lang="ru-RU" dirty="0"/>
              <a:t>приводит к </a:t>
            </a:r>
            <a:r>
              <a:rPr lang="en-US" dirty="0"/>
              <a:t>CE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0015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AD9D-570D-4EDC-82A1-412CD701A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en-US" dirty="0" err="1"/>
              <a:t>declval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19823-1AF2-417C-A035-0D224E530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55703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Функция для </a:t>
            </a:r>
            <a:r>
              <a:rPr lang="ru-RU" dirty="0" err="1"/>
              <a:t>метапрограммирования</a:t>
            </a:r>
            <a:r>
              <a:rPr lang="ru-RU" dirty="0"/>
              <a:t>, может быть использована только в </a:t>
            </a:r>
            <a:r>
              <a:rPr lang="en-US" dirty="0"/>
              <a:t>unevaluated context </a:t>
            </a:r>
          </a:p>
          <a:p>
            <a:r>
              <a:rPr lang="ru-RU" dirty="0"/>
              <a:t>Нужна только для того, чтобы </a:t>
            </a:r>
            <a:r>
              <a:rPr lang="en-US" dirty="0"/>
              <a:t>“</a:t>
            </a:r>
            <a:r>
              <a:rPr lang="ru-RU" dirty="0"/>
              <a:t>конструировать</a:t>
            </a:r>
            <a:r>
              <a:rPr lang="en-US" dirty="0"/>
              <a:t>”</a:t>
            </a:r>
            <a:r>
              <a:rPr lang="ru-RU" dirty="0"/>
              <a:t> объект типа </a:t>
            </a:r>
            <a:r>
              <a:rPr lang="en-US" dirty="0"/>
              <a:t>T </a:t>
            </a:r>
            <a:r>
              <a:rPr lang="ru-RU" dirty="0"/>
              <a:t>в </a:t>
            </a:r>
            <a:r>
              <a:rPr lang="ru-RU" dirty="0" err="1"/>
              <a:t>метафункциях</a:t>
            </a:r>
            <a:r>
              <a:rPr lang="en-US" dirty="0"/>
              <a:t> (</a:t>
            </a:r>
            <a:r>
              <a:rPr lang="ru-RU" dirty="0"/>
              <a:t>помогает избегать необходимости в конструкторах по умолчанию</a:t>
            </a:r>
            <a:r>
              <a:rPr lang="en-US" dirty="0"/>
              <a:t>):</a:t>
            </a:r>
          </a:p>
          <a:p>
            <a:endParaRPr lang="ru-RU" dirty="0"/>
          </a:p>
          <a:p>
            <a:pPr marL="457200" lvl="1" indent="0">
              <a:buNone/>
            </a:pPr>
            <a:r>
              <a:rPr lang="en-US" dirty="0"/>
              <a:t>template &lt;</a:t>
            </a:r>
            <a:r>
              <a:rPr lang="en-US" dirty="0" err="1"/>
              <a:t>typename</a:t>
            </a:r>
            <a:r>
              <a:rPr lang="en-US" dirty="0"/>
              <a:t> T&gt;</a:t>
            </a:r>
          </a:p>
          <a:p>
            <a:pPr marL="457200" lvl="1" indent="0">
              <a:buNone/>
            </a:pPr>
            <a:r>
              <a:rPr lang="en-US" dirty="0"/>
              <a:t>T&amp;&amp; </a:t>
            </a:r>
            <a:r>
              <a:rPr lang="en-US" dirty="0" err="1"/>
              <a:t>declval</a:t>
            </a:r>
            <a:r>
              <a:rPr lang="en-US" dirty="0"/>
              <a:t>()</a:t>
            </a:r>
            <a:r>
              <a:rPr lang="ru-RU" dirty="0"/>
              <a:t> </a:t>
            </a:r>
            <a:r>
              <a:rPr lang="en-US" dirty="0"/>
              <a:t>{ </a:t>
            </a:r>
            <a:r>
              <a:rPr lang="en-US" dirty="0" err="1"/>
              <a:t>static_assert</a:t>
            </a:r>
            <a:r>
              <a:rPr lang="en-US" dirty="0"/>
              <a:t>(false); }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T&amp;&amp; </a:t>
            </a:r>
            <a:r>
              <a:rPr lang="ru-RU" dirty="0"/>
              <a:t>вместо </a:t>
            </a:r>
            <a:r>
              <a:rPr lang="en-US" dirty="0"/>
              <a:t>T </a:t>
            </a:r>
            <a:r>
              <a:rPr lang="ru-RU" dirty="0"/>
              <a:t>потому, что иначе нельзя было бы использовать с </a:t>
            </a:r>
            <a:r>
              <a:rPr lang="en-US" dirty="0"/>
              <a:t>incomplete types, </a:t>
            </a:r>
            <a:r>
              <a:rPr lang="ru-RU" dirty="0"/>
              <a:t>а также пришлось бы всегда </a:t>
            </a:r>
            <a:r>
              <a:rPr lang="ru-RU" dirty="0" err="1"/>
              <a:t>инстанцировать</a:t>
            </a:r>
            <a:r>
              <a:rPr lang="ru-RU" dirty="0"/>
              <a:t> шаблоны</a:t>
            </a:r>
          </a:p>
        </p:txBody>
      </p:sp>
    </p:spTree>
    <p:extLst>
      <p:ext uri="{BB962C8B-B14F-4D97-AF65-F5344CB8AC3E}">
        <p14:creationId xmlns:p14="http://schemas.microsoft.com/office/powerpoint/2010/main" val="199035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A3E25-C420-457E-AEE8-DD9EA9B9A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Types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3A532-5975-4633-B8E7-8015C4675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Хотим вывести наименьшего общего предка для набора типов</a:t>
            </a:r>
          </a:p>
          <a:p>
            <a:r>
              <a:rPr lang="ru-RU" dirty="0"/>
              <a:t>Используем тернарный оператор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6929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8DE3-875B-4607-AC59-00690D46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SFINAE-friendly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79983-319C-443B-BEDC-B00531FC3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все функции являются </a:t>
            </a:r>
            <a:r>
              <a:rPr lang="en-US" dirty="0"/>
              <a:t>SFINAE-friendly, </a:t>
            </a:r>
            <a:r>
              <a:rPr lang="ru-RU" dirty="0"/>
              <a:t>то есть могут использоваться в контексте </a:t>
            </a:r>
            <a:r>
              <a:rPr lang="en-US" dirty="0" err="1"/>
              <a:t>sfinae</a:t>
            </a:r>
            <a:endParaRPr lang="en-US" dirty="0"/>
          </a:p>
          <a:p>
            <a:r>
              <a:rPr lang="ru-RU" dirty="0"/>
              <a:t>Например, если возвращаемое значение функции невозможно понять только по её сигнатуре и нужно </a:t>
            </a:r>
            <a:r>
              <a:rPr lang="ru-RU" dirty="0" err="1"/>
              <a:t>инстанцировать</a:t>
            </a:r>
            <a:r>
              <a:rPr lang="ru-RU" dirty="0"/>
              <a:t> всю функцию</a:t>
            </a:r>
          </a:p>
        </p:txBody>
      </p:sp>
    </p:spTree>
    <p:extLst>
      <p:ext uri="{BB962C8B-B14F-4D97-AF65-F5344CB8AC3E}">
        <p14:creationId xmlns:p14="http://schemas.microsoft.com/office/powerpoint/2010/main" val="785756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F134C-9A3D-424B-AC86-61F3B017D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</p:spPr>
        <p:txBody>
          <a:bodyPr/>
          <a:lstStyle/>
          <a:p>
            <a:r>
              <a:rPr lang="en-US" dirty="0"/>
              <a:t>Requires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C87A9-1CA4-45F1-87A7-C194DE3DEE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412776"/>
            <a:ext cx="10515600" cy="4667250"/>
          </a:xfrm>
        </p:spPr>
        <p:txBody>
          <a:bodyPr>
            <a:normAutofit/>
          </a:bodyPr>
          <a:lstStyle/>
          <a:p>
            <a:r>
              <a:rPr lang="ru-RU" dirty="0"/>
              <a:t>Хотим более удобный синтаксис для ограничений на тип шаблонного аргумента</a:t>
            </a:r>
          </a:p>
          <a:p>
            <a:r>
              <a:rPr lang="en-US" dirty="0"/>
              <a:t>Requires: </a:t>
            </a:r>
            <a:r>
              <a:rPr lang="ru-RU" dirty="0"/>
              <a:t>после шаблонных аргументов (или после сигнатуры перед скобками </a:t>
            </a:r>
            <a:r>
              <a:rPr lang="en-US" dirty="0"/>
              <a:t>{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можно написать требования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	requires *compile time bool value*</a:t>
            </a:r>
          </a:p>
          <a:p>
            <a:r>
              <a:rPr lang="ru-RU" dirty="0"/>
              <a:t>Можно делать функции, которые отличаются только </a:t>
            </a:r>
            <a:r>
              <a:rPr lang="en-US" dirty="0"/>
              <a:t>requires</a:t>
            </a:r>
          </a:p>
          <a:p>
            <a:r>
              <a:rPr lang="ru-RU" dirty="0"/>
              <a:t>Но перегрузка не умеет упорядочивает </a:t>
            </a:r>
            <a:r>
              <a:rPr lang="en-US" dirty="0"/>
              <a:t>requirements </a:t>
            </a:r>
            <a:r>
              <a:rPr lang="ru-RU" dirty="0"/>
              <a:t>по строгости, только по наличию </a:t>
            </a:r>
            <a:r>
              <a:rPr lang="en-US" dirty="0"/>
              <a:t>/</a:t>
            </a:r>
            <a:r>
              <a:rPr lang="ru-RU" dirty="0"/>
              <a:t> отсутствию</a:t>
            </a:r>
          </a:p>
          <a:p>
            <a:r>
              <a:rPr lang="ru-RU" dirty="0"/>
              <a:t>Могут быть только на шаблонных функциях</a:t>
            </a:r>
          </a:p>
        </p:txBody>
      </p:sp>
    </p:spTree>
    <p:extLst>
      <p:ext uri="{BB962C8B-B14F-4D97-AF65-F5344CB8AC3E}">
        <p14:creationId xmlns:p14="http://schemas.microsoft.com/office/powerpoint/2010/main" val="1341040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E389-BA59-4AC4-95AC-89FFFD1A0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 Expressions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7BE57-6B04-452D-8254-2BA7741E7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requires ( parameter-list ﻿(optional) ) { requirement-seq }	</a:t>
            </a:r>
          </a:p>
          <a:p>
            <a:r>
              <a:rPr lang="ru-RU" dirty="0"/>
              <a:t>Превращается в булево выражение в </a:t>
            </a:r>
            <a:r>
              <a:rPr lang="ru-RU" dirty="0" err="1"/>
              <a:t>компайл</a:t>
            </a:r>
            <a:r>
              <a:rPr lang="ru-RU" dirty="0"/>
              <a:t>-тайме</a:t>
            </a:r>
            <a:endParaRPr lang="en-US" dirty="0"/>
          </a:p>
          <a:p>
            <a:r>
              <a:rPr lang="ru-RU" dirty="0"/>
              <a:t>Можно писать любые </a:t>
            </a:r>
            <a:r>
              <a:rPr lang="en-US" dirty="0"/>
              <a:t>expression</a:t>
            </a:r>
          </a:p>
          <a:p>
            <a:r>
              <a:rPr lang="ru-RU" dirty="0"/>
              <a:t>Проверяется только </a:t>
            </a:r>
            <a:r>
              <a:rPr lang="ru-RU" dirty="0" err="1"/>
              <a:t>компилируемость</a:t>
            </a:r>
            <a:r>
              <a:rPr lang="ru-RU" dirty="0"/>
              <a:t> выражений, не истинность</a:t>
            </a:r>
            <a:endParaRPr lang="en-US" dirty="0"/>
          </a:p>
          <a:p>
            <a:r>
              <a:rPr lang="ru-RU" dirty="0"/>
              <a:t>Виды </a:t>
            </a:r>
            <a:r>
              <a:rPr lang="en-US" dirty="0"/>
              <a:t>requires expression:</a:t>
            </a:r>
          </a:p>
          <a:p>
            <a:pPr lvl="1"/>
            <a:r>
              <a:rPr lang="en-US" dirty="0"/>
              <a:t>Simple requirement</a:t>
            </a:r>
          </a:p>
          <a:p>
            <a:pPr lvl="1"/>
            <a:r>
              <a:rPr lang="en-US" dirty="0"/>
              <a:t>Nested requirement</a:t>
            </a:r>
          </a:p>
          <a:p>
            <a:pPr lvl="1"/>
            <a:r>
              <a:rPr lang="en-US" dirty="0"/>
              <a:t>Type requirement</a:t>
            </a:r>
          </a:p>
          <a:p>
            <a:pPr lvl="1"/>
            <a:r>
              <a:rPr lang="en-US" dirty="0"/>
              <a:t>Compound requirement</a:t>
            </a:r>
          </a:p>
        </p:txBody>
      </p:sp>
    </p:spTree>
    <p:extLst>
      <p:ext uri="{BB962C8B-B14F-4D97-AF65-F5344CB8AC3E}">
        <p14:creationId xmlns:p14="http://schemas.microsoft.com/office/powerpoint/2010/main" val="1913256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16050</TotalTime>
  <Words>488</Words>
  <Application>Microsoft Office PowerPoint</Application>
  <DocSecurity>0</DocSecurity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Семинар №12  SFINAE, requires</vt:lpstr>
      <vt:lpstr>SFINAE</vt:lpstr>
      <vt:lpstr>Общая идея</vt:lpstr>
      <vt:lpstr>Реализация is_class</vt:lpstr>
      <vt:lpstr>Comma trick</vt:lpstr>
      <vt:lpstr>Реализация is_polymorphic</vt:lpstr>
      <vt:lpstr>Функция declval</vt:lpstr>
      <vt:lpstr>Common Types</vt:lpstr>
      <vt:lpstr>SFINAE-friendly</vt:lpstr>
      <vt:lpstr>Requires</vt:lpstr>
      <vt:lpstr>Require Expressions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sem_9</dc:title>
  <dc:subject/>
  <dc:creator>Konstantin Dragun</dc:creator>
  <cp:keywords/>
  <dc:description/>
  <cp:lastModifiedBy>Konstantin Dragun</cp:lastModifiedBy>
  <cp:revision>136</cp:revision>
  <dcterms:created xsi:type="dcterms:W3CDTF">2012-12-03T06:56:55Z</dcterms:created>
  <dcterms:modified xsi:type="dcterms:W3CDTF">2025-04-30T08:42:14Z</dcterms:modified>
  <cp:category/>
  <dc:identifier/>
  <cp:contentStatus/>
  <dc:language/>
  <cp:version/>
</cp:coreProperties>
</file>