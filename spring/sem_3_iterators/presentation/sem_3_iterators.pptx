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18.02.2025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iterator/reverse_iterato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dirty="0"/>
              <a:t>Семинар №3</a:t>
            </a:r>
            <a:br>
              <a:rPr lang="en-US" dirty="0"/>
            </a:br>
            <a:br>
              <a:rPr lang="ru-RU" dirty="0"/>
            </a:br>
            <a:r>
              <a:rPr lang="ru-RU" dirty="0"/>
              <a:t>Итераторы</a:t>
            </a:r>
            <a:r>
              <a:rPr lang="en-US" dirty="0"/>
              <a:t>. </a:t>
            </a:r>
            <a:r>
              <a:rPr lang="ru-RU" dirty="0"/>
              <a:t>Продолжение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7632-F035-4DB1-9E75-35627AE3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реализовать свой итератор?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D96CF-0862-42F6-B624-2F9E46D8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Перегружаем операторы </a:t>
            </a:r>
            <a:r>
              <a:rPr lang="en-US" dirty="0"/>
              <a:t>*, -&gt;, ++, --, …</a:t>
            </a:r>
          </a:p>
          <a:p>
            <a:r>
              <a:rPr lang="ru-RU" dirty="0"/>
              <a:t>Указатель не хранит указатель на сам контейнер (иначе двойной проход по указателям и проблемы с </a:t>
            </a:r>
            <a:r>
              <a:rPr lang="en-US" dirty="0"/>
              <a:t>std::swap</a:t>
            </a:r>
            <a:r>
              <a:rPr lang="ru-RU" dirty="0"/>
              <a:t>)</a:t>
            </a:r>
            <a:endParaRPr lang="en-US" dirty="0"/>
          </a:p>
          <a:p>
            <a:r>
              <a:rPr lang="en-US" dirty="0"/>
              <a:t>Const</a:t>
            </a:r>
            <a:r>
              <a:rPr lang="ru-RU" dirty="0"/>
              <a:t> </a:t>
            </a:r>
            <a:r>
              <a:rPr lang="en-US" dirty="0"/>
              <a:t>iterator </a:t>
            </a:r>
            <a:r>
              <a:rPr lang="ru-RU" dirty="0"/>
              <a:t>не должен быть </a:t>
            </a:r>
            <a:r>
              <a:rPr lang="ru-RU" dirty="0" err="1"/>
              <a:t>копипастой</a:t>
            </a:r>
            <a:r>
              <a:rPr lang="ru-RU" dirty="0"/>
              <a:t> обычного итератора. Можно использовать вспомогательную структуру </a:t>
            </a:r>
            <a:r>
              <a:rPr lang="en-US" dirty="0" err="1"/>
              <a:t>common_iterator</a:t>
            </a:r>
            <a:r>
              <a:rPr lang="en-US" dirty="0"/>
              <a:t> </a:t>
            </a:r>
            <a:r>
              <a:rPr lang="ru-RU" dirty="0"/>
              <a:t>с шаблонным параметром </a:t>
            </a:r>
            <a:r>
              <a:rPr lang="en-US" dirty="0" err="1"/>
              <a:t>isConst</a:t>
            </a:r>
            <a:r>
              <a:rPr lang="en-US" dirty="0"/>
              <a:t>.</a:t>
            </a:r>
          </a:p>
          <a:p>
            <a:r>
              <a:rPr lang="ru-RU" dirty="0"/>
              <a:t>Обычный итератор должен уметь </a:t>
            </a:r>
            <a:r>
              <a:rPr lang="ru-RU" dirty="0" err="1"/>
              <a:t>каститься</a:t>
            </a:r>
            <a:r>
              <a:rPr lang="ru-RU" dirty="0"/>
              <a:t> в константный, но не наоборот.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12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A701-483B-418D-B337-0BE22CF44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3B2B-DD02-4A7F-A01D-ED6435BB2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Можно получить вызовами </a:t>
            </a:r>
            <a:r>
              <a:rPr lang="en-US" dirty="0" err="1"/>
              <a:t>rbegin</a:t>
            </a:r>
            <a:r>
              <a:rPr lang="en-US" dirty="0"/>
              <a:t>/rend</a:t>
            </a:r>
          </a:p>
          <a:p>
            <a:r>
              <a:rPr lang="en-US" dirty="0">
                <a:hlinkClick r:id="rId2"/>
              </a:rPr>
              <a:t>std::</a:t>
            </a:r>
            <a:r>
              <a:rPr lang="en-US" dirty="0" err="1">
                <a:hlinkClick r:id="rId2"/>
              </a:rPr>
              <a:t>reverse_iterator</a:t>
            </a:r>
            <a:endParaRPr lang="en-US" dirty="0"/>
          </a:p>
          <a:p>
            <a:r>
              <a:rPr lang="ru-RU" dirty="0"/>
              <a:t>Можно не реализовывать самому, а использовать адаптер</a:t>
            </a:r>
          </a:p>
        </p:txBody>
      </p:sp>
    </p:spTree>
    <p:extLst>
      <p:ext uri="{BB962C8B-B14F-4D97-AF65-F5344CB8AC3E}">
        <p14:creationId xmlns:p14="http://schemas.microsoft.com/office/powerpoint/2010/main" val="259531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7F897-9280-4253-B5A2-2E4FD76B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(back_)</a:t>
            </a:r>
            <a:r>
              <a:rPr lang="en-US" dirty="0" err="1"/>
              <a:t>insert_iterator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E066A-EDBF-43AE-8482-1672CC55D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вставки элементов в контейнер используете </a:t>
            </a:r>
            <a:r>
              <a:rPr lang="en-US" dirty="0" err="1"/>
              <a:t>insert_iterator</a:t>
            </a:r>
            <a:r>
              <a:rPr lang="en-US" dirty="0"/>
              <a:t>/inserter/</a:t>
            </a:r>
            <a:r>
              <a:rPr lang="en-US" dirty="0" err="1"/>
              <a:t>back_insert_iterator</a:t>
            </a:r>
            <a:r>
              <a:rPr lang="en-US" dirty="0"/>
              <a:t>/</a:t>
            </a:r>
            <a:r>
              <a:rPr lang="en-US" dirty="0" err="1"/>
              <a:t>back_inserter</a:t>
            </a:r>
            <a:endParaRPr lang="ru-RU" dirty="0"/>
          </a:p>
          <a:p>
            <a:r>
              <a:rPr lang="ru-RU" dirty="0"/>
              <a:t>В их реализации </a:t>
            </a:r>
            <a:r>
              <a:rPr lang="en-US" dirty="0"/>
              <a:t>*, ++ - no op</a:t>
            </a:r>
          </a:p>
          <a:p>
            <a:r>
              <a:rPr lang="ru-RU" dirty="0"/>
              <a:t>Не используете обычные итераторы!</a:t>
            </a:r>
          </a:p>
        </p:txBody>
      </p:sp>
    </p:spTree>
    <p:extLst>
      <p:ext uri="{BB962C8B-B14F-4D97-AF65-F5344CB8AC3E}">
        <p14:creationId xmlns:p14="http://schemas.microsoft.com/office/powerpoint/2010/main" val="3814557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3D1A1-EF8F-450E-9F1A-7EA74807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iterators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990-B486-4223-B309-3E47EC596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этим итераторам можно записывать, но нельзя читать из них</a:t>
            </a:r>
          </a:p>
          <a:p>
            <a:r>
              <a:rPr lang="en-US" dirty="0"/>
              <a:t>(back_)</a:t>
            </a:r>
            <a:r>
              <a:rPr lang="en-US" dirty="0" err="1"/>
              <a:t>insert_iterator</a:t>
            </a:r>
            <a:endParaRPr lang="en-US" dirty="0"/>
          </a:p>
          <a:p>
            <a:r>
              <a:rPr lang="en-US" dirty="0" err="1"/>
              <a:t>ostream_iterator</a:t>
            </a:r>
            <a:endParaRPr lang="en-US" dirty="0"/>
          </a:p>
          <a:p>
            <a:r>
              <a:rPr lang="ru-RU" dirty="0"/>
              <a:t>Нужны для алгоритмов </a:t>
            </a:r>
            <a:r>
              <a:rPr lang="en-US" dirty="0"/>
              <a:t>copy(_if), </a:t>
            </a:r>
            <a:r>
              <a:rPr lang="en-US" dirty="0" err="1"/>
              <a:t>set_intersection</a:t>
            </a:r>
            <a:r>
              <a:rPr lang="en-US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3811055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</TotalTime>
  <Words>168</Words>
  <Application>Microsoft Office PowerPoint</Application>
  <DocSecurity>0</DocSecurity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Семинар №3  Итераторы. Продолжение</vt:lpstr>
      <vt:lpstr>Как реализовать свой итератор?</vt:lpstr>
      <vt:lpstr>Reverse Iterator</vt:lpstr>
      <vt:lpstr>(back_)insert_iterator</vt:lpstr>
      <vt:lpstr>Output iterators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Семинар №3  Итераторы. Продолжение</dc:title>
  <dc:subject/>
  <dc:creator/>
  <cp:keywords/>
  <dc:description/>
  <cp:lastModifiedBy>Konstantin Dragun</cp:lastModifiedBy>
  <cp:revision>14</cp:revision>
  <dcterms:created xsi:type="dcterms:W3CDTF">2012-12-03T06:56:55Z</dcterms:created>
  <dcterms:modified xsi:type="dcterms:W3CDTF">2025-02-18T18:56:20Z</dcterms:modified>
  <cp:category/>
  <dc:identifier/>
  <cp:contentStatus/>
  <dc:language/>
  <cp:version/>
</cp:coreProperties>
</file>