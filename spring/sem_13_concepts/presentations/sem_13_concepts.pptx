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stantin Dragun" initials="KD" lastIdx="1" clrIdx="0">
    <p:extLst>
      <p:ext uri="{19B8F6BF-5375-455C-9EA6-DF929625EA0E}">
        <p15:presenceInfo xmlns:p15="http://schemas.microsoft.com/office/powerpoint/2012/main" userId="Konstantin Dragu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>
      <p:cViewPr varScale="1">
        <p:scale>
          <a:sx n="67" d="100"/>
          <a:sy n="67" d="100"/>
        </p:scale>
        <p:origin x="56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10.05.2025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10.05.2025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10.05.2025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10.05.2025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10.05.2025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10.05.2025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10.05.2025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10.05.2025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10.05.2025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10.05.2025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10.05.2025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10.05.2025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gem.vercel.app/posts/why-strict-weak-ordering-is-essential-for-std-sort-in-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Семинар №</a:t>
            </a:r>
            <a:r>
              <a:rPr lang="en-US" dirty="0"/>
              <a:t>13</a:t>
            </a:r>
            <a:br>
              <a:rPr lang="en-US" dirty="0"/>
            </a:br>
            <a:br>
              <a:rPr lang="ru-RU" dirty="0"/>
            </a:br>
            <a:r>
              <a:rPr lang="ru-RU" dirty="0"/>
              <a:t>Концепты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09AE2-F98B-4F73-A79D-AD54983F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FD61B-89CD-4D45-9AEC-04695D751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484784"/>
            <a:ext cx="10874424" cy="5008091"/>
          </a:xfrm>
        </p:spPr>
        <p:txBody>
          <a:bodyPr>
            <a:normAutofit/>
          </a:bodyPr>
          <a:lstStyle/>
          <a:p>
            <a:r>
              <a:rPr lang="ru-RU" dirty="0"/>
              <a:t>Можно создавать свои концепты, то есть набор объединений</a:t>
            </a:r>
          </a:p>
          <a:p>
            <a:r>
              <a:rPr lang="ru-RU" dirty="0"/>
              <a:t>Концепты можно использовать в </a:t>
            </a:r>
            <a:r>
              <a:rPr lang="en-US" dirty="0"/>
              <a:t>requires, e.g.:</a:t>
            </a:r>
          </a:p>
          <a:p>
            <a:pPr lvl="1"/>
            <a:r>
              <a:rPr lang="en-US" dirty="0"/>
              <a:t>requires </a:t>
            </a:r>
            <a:r>
              <a:rPr lang="en-US" dirty="0" err="1"/>
              <a:t>InputIter</a:t>
            </a:r>
            <a:r>
              <a:rPr lang="en-US" dirty="0"/>
              <a:t>&lt;</a:t>
            </a:r>
            <a:r>
              <a:rPr lang="en-US" dirty="0" err="1"/>
              <a:t>Iter</a:t>
            </a:r>
            <a:r>
              <a:rPr lang="en-US" dirty="0"/>
              <a:t>&gt;</a:t>
            </a:r>
          </a:p>
          <a:p>
            <a:r>
              <a:rPr lang="ru-RU" dirty="0"/>
              <a:t>Можно использовать в </a:t>
            </a:r>
            <a:r>
              <a:rPr lang="en-US" dirty="0"/>
              <a:t>compound requires, </a:t>
            </a:r>
            <a:r>
              <a:rPr lang="ru-RU" dirty="0"/>
              <a:t>причем первый шаблонный аргумент </a:t>
            </a:r>
            <a:r>
              <a:rPr lang="en-US" dirty="0"/>
              <a:t>“</a:t>
            </a:r>
            <a:r>
              <a:rPr lang="ru-RU" dirty="0"/>
              <a:t>съедается</a:t>
            </a:r>
            <a:r>
              <a:rPr lang="en-US" dirty="0"/>
              <a:t>”</a:t>
            </a:r>
            <a:r>
              <a:rPr lang="ru-RU" dirty="0"/>
              <a:t> типом выражения слева</a:t>
            </a:r>
            <a:r>
              <a:rPr lang="en-US" dirty="0"/>
              <a:t>, e.g.:</a:t>
            </a:r>
          </a:p>
          <a:p>
            <a:pPr lvl="1"/>
            <a:r>
              <a:rPr lang="en-US" dirty="0"/>
              <a:t>requires { { *</a:t>
            </a:r>
            <a:r>
              <a:rPr lang="en-US" dirty="0" err="1"/>
              <a:t>iter</a:t>
            </a:r>
            <a:r>
              <a:rPr lang="en-US" dirty="0"/>
              <a:t> } -&gt; std::</a:t>
            </a:r>
            <a:r>
              <a:rPr lang="en-US" dirty="0" err="1"/>
              <a:t>is_convertible</a:t>
            </a:r>
            <a:r>
              <a:rPr lang="en-US" dirty="0"/>
              <a:t>&lt;…&gt;; }</a:t>
            </a:r>
            <a:endParaRPr lang="ru-RU" dirty="0"/>
          </a:p>
          <a:p>
            <a:r>
              <a:rPr lang="ru-RU" dirty="0"/>
              <a:t>Можно использовать концепты в </a:t>
            </a:r>
            <a:r>
              <a:rPr lang="en-US" dirty="0"/>
              <a:t>template, </a:t>
            </a:r>
            <a:r>
              <a:rPr lang="ru-RU" dirty="0"/>
              <a:t>один шаблонный тип </a:t>
            </a:r>
            <a:r>
              <a:rPr lang="en-US" dirty="0"/>
              <a:t>“</a:t>
            </a:r>
            <a:r>
              <a:rPr lang="ru-RU" dirty="0"/>
              <a:t>съедается</a:t>
            </a:r>
            <a:r>
              <a:rPr lang="en-US" dirty="0"/>
              <a:t>”, e.g.:</a:t>
            </a:r>
          </a:p>
          <a:p>
            <a:pPr lvl="1"/>
            <a:r>
              <a:rPr lang="en-US" dirty="0"/>
              <a:t>template &lt;std::predicate&lt;int&gt; Pred&gt;</a:t>
            </a:r>
          </a:p>
          <a:p>
            <a:r>
              <a:rPr lang="ru-RU" dirty="0"/>
              <a:t>Можно комбинировать с </a:t>
            </a:r>
            <a:r>
              <a:rPr lang="en-US" dirty="0"/>
              <a:t>auto: </a:t>
            </a:r>
            <a:r>
              <a:rPr lang="en-US" dirty="0" err="1"/>
              <a:t>InputIter</a:t>
            </a:r>
            <a:r>
              <a:rPr lang="en-US" dirty="0"/>
              <a:t> auto begin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3472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45D7-9762-48F2-B41B-D7EB4A90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Subsuming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5CA0-44CB-42A6-929B-C27C428DB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Нельзя делать перегрузку по </a:t>
            </a:r>
            <a:r>
              <a:rPr lang="en-US" dirty="0"/>
              <a:t>requires</a:t>
            </a:r>
          </a:p>
          <a:p>
            <a:r>
              <a:rPr lang="ru-RU" dirty="0"/>
              <a:t>Но можно строить частичный порядок по вложенности концептов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139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34132-1336-4D6E-8572-AE87C7308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CEDE4-F550-4965-A792-C7B334CB9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Концепт </a:t>
            </a:r>
            <a:r>
              <a:rPr lang="en-US" dirty="0"/>
              <a:t>relation –</a:t>
            </a:r>
            <a:r>
              <a:rPr lang="ru-RU" dirty="0"/>
              <a:t> бинарное отношение</a:t>
            </a:r>
            <a:endParaRPr lang="en-US" dirty="0"/>
          </a:p>
          <a:p>
            <a:r>
              <a:rPr lang="en-US" dirty="0" err="1"/>
              <a:t>equivalence_relation</a:t>
            </a:r>
            <a:r>
              <a:rPr lang="en-US" dirty="0"/>
              <a:t> – </a:t>
            </a:r>
            <a:r>
              <a:rPr lang="ru-RU" dirty="0"/>
              <a:t>отношение эквивалентности (но никак не проверяется)</a:t>
            </a:r>
          </a:p>
          <a:p>
            <a:r>
              <a:rPr lang="ru-RU" dirty="0"/>
              <a:t>Аналогично </a:t>
            </a:r>
            <a:r>
              <a:rPr lang="en-US" dirty="0" err="1"/>
              <a:t>strict_weak_order</a:t>
            </a:r>
            <a:r>
              <a:rPr lang="en-US" dirty="0"/>
              <a:t>, </a:t>
            </a:r>
            <a:r>
              <a:rPr lang="ru-RU" dirty="0"/>
              <a:t>может пригодиться при сортировке (</a:t>
            </a:r>
            <a:r>
              <a:rPr lang="en-US" dirty="0">
                <a:hlinkClick r:id="rId2"/>
              </a:rPr>
              <a:t>https://devgem.vercel.app/posts/why-strict-weak-ordering-is-essential-for-std-sort-in-c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932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21357</TotalTime>
  <Words>156</Words>
  <Application>Microsoft Office PowerPoint</Application>
  <DocSecurity>0</DocSecurity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Семинар №13  Концепты</vt:lpstr>
      <vt:lpstr>Концепты</vt:lpstr>
      <vt:lpstr>Subsuming</vt:lpstr>
      <vt:lpstr>relation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sem_9</dc:title>
  <dc:subject/>
  <dc:creator>Konstantin Dragun</dc:creator>
  <cp:keywords/>
  <dc:description/>
  <cp:lastModifiedBy>Konstantin Dragun</cp:lastModifiedBy>
  <cp:revision>157</cp:revision>
  <dcterms:created xsi:type="dcterms:W3CDTF">2012-12-03T06:56:55Z</dcterms:created>
  <dcterms:modified xsi:type="dcterms:W3CDTF">2025-05-12T18:50:15Z</dcterms:modified>
  <cp:category/>
  <dc:identifier/>
  <cp:contentStatus/>
  <dc:language/>
  <cp:version/>
</cp:coreProperties>
</file>