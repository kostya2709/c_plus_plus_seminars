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512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6726" y="1121375"/>
            <a:ext cx="773854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361" y="642444"/>
            <a:ext cx="6368688" cy="695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4217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Семинар</a:t>
            </a:r>
            <a:r>
              <a:rPr sz="6000" spc="-45" dirty="0"/>
              <a:t> </a:t>
            </a:r>
            <a:r>
              <a:rPr sz="6000" dirty="0"/>
              <a:t>по</a:t>
            </a:r>
            <a:r>
              <a:rPr sz="6000" spc="-45" dirty="0"/>
              <a:t> </a:t>
            </a:r>
            <a:r>
              <a:rPr sz="6000" dirty="0"/>
              <a:t>C++</a:t>
            </a:r>
            <a:r>
              <a:rPr sz="6000" spc="-45" dirty="0"/>
              <a:t> </a:t>
            </a:r>
            <a:r>
              <a:rPr sz="6000" spc="-25" dirty="0"/>
              <a:t>№1</a:t>
            </a:r>
            <a:r>
              <a:rPr lang="en-US" sz="6000" spc="-25" dirty="0"/>
              <a:t>2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3921818" y="2590800"/>
            <a:ext cx="434836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-45" dirty="0">
                <a:latin typeface="Microsoft Sans Serif"/>
                <a:cs typeface="Microsoft Sans Serif"/>
              </a:rPr>
              <a:t>Наследование</a:t>
            </a:r>
            <a:endParaRPr sz="4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E050-BCA8-4049-AF3B-71F6F582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наследования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17523-06AE-4BE9-BDE9-3ADE382B1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2273"/>
            <a:ext cx="11049000" cy="129266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public</a:t>
            </a:r>
            <a:r>
              <a:rPr lang="ru-RU" dirty="0"/>
              <a:t> – </a:t>
            </a:r>
            <a:r>
              <a:rPr lang="en-US" dirty="0"/>
              <a:t>public </a:t>
            </a:r>
            <a:r>
              <a:rPr lang="ru-RU" dirty="0"/>
              <a:t>и </a:t>
            </a:r>
            <a:r>
              <a:rPr lang="en-US" dirty="0"/>
              <a:t>protected </a:t>
            </a:r>
            <a:r>
              <a:rPr lang="ru-RU" dirty="0"/>
              <a:t>наследуются без изменения доступа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protected</a:t>
            </a:r>
            <a:r>
              <a:rPr lang="ru-RU" dirty="0"/>
              <a:t> – все данные становятся </a:t>
            </a:r>
            <a:r>
              <a:rPr lang="en-US" dirty="0"/>
              <a:t>protected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private – </a:t>
            </a:r>
            <a:r>
              <a:rPr lang="ru-RU" dirty="0"/>
              <a:t>все данные становятся </a:t>
            </a:r>
            <a:r>
              <a:rPr lang="en-US" dirty="0"/>
              <a:t>private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2311B38-FE8C-4FD7-BB93-E1F7EBF0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047913"/>
            <a:ext cx="6934200" cy="349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39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2C8B-E995-40C8-B75B-6BCF6795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95B26-44D4-4721-BF9B-5924B7B7B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984" y="4572000"/>
            <a:ext cx="10813415" cy="1292662"/>
          </a:xfrm>
        </p:spPr>
        <p:txBody>
          <a:bodyPr/>
          <a:lstStyle/>
          <a:p>
            <a:r>
              <a:rPr lang="en-US" dirty="0"/>
              <a:t>N.B. </a:t>
            </a:r>
            <a:r>
              <a:rPr lang="en-US" b="1" dirty="0"/>
              <a:t>Empty Base Optimization</a:t>
            </a:r>
          </a:p>
          <a:p>
            <a:r>
              <a:rPr lang="ru-RU" dirty="0"/>
              <a:t>Если базовый класс пустой, то его размер равен 1, но при наследовании он не занимает дополнительного места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AC1D3E-5182-4A08-B62B-E508D78C3C22}"/>
              </a:ext>
            </a:extLst>
          </p:cNvPr>
          <p:cNvGrpSpPr/>
          <p:nvPr/>
        </p:nvGrpSpPr>
        <p:grpSpPr>
          <a:xfrm>
            <a:off x="2857500" y="2209800"/>
            <a:ext cx="6477000" cy="1219200"/>
            <a:chOff x="1524000" y="2819400"/>
            <a:chExt cx="6477000" cy="1219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8F04DC-21F4-465E-BEDD-811D393B4763}"/>
                </a:ext>
              </a:extLst>
            </p:cNvPr>
            <p:cNvSpPr/>
            <p:nvPr/>
          </p:nvSpPr>
          <p:spPr>
            <a:xfrm>
              <a:off x="1524000" y="2819400"/>
              <a:ext cx="2743200" cy="1219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Base</a:t>
              </a:r>
              <a:endParaRPr lang="ru-RU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65EC53-351C-4A3F-92BF-4B75AD223813}"/>
                </a:ext>
              </a:extLst>
            </p:cNvPr>
            <p:cNvSpPr/>
            <p:nvPr/>
          </p:nvSpPr>
          <p:spPr>
            <a:xfrm>
              <a:off x="4267200" y="2819400"/>
              <a:ext cx="3733800" cy="12192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Derived</a:t>
              </a:r>
              <a:endParaRPr lang="ru-RU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026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7C25-F4E8-403B-AC5A-2F660A4F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constructor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51BE4-A710-4BDE-A1B7-3E624010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Порядок вызова конструкторов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dirty="0"/>
              <a:t>Поля родителя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dirty="0"/>
              <a:t>Тело конструктора родителя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dirty="0"/>
              <a:t>Поля наследника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dirty="0"/>
              <a:t>Тело конструктора наследника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При уничтожении деструкторы вызываются в обратном порядке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В конструкторе наследника можно явно вызвать конструктор родителя, но не проинициализировать поля</a:t>
            </a:r>
          </a:p>
        </p:txBody>
      </p:sp>
    </p:spTree>
    <p:extLst>
      <p:ext uri="{BB962C8B-B14F-4D97-AF65-F5344CB8AC3E}">
        <p14:creationId xmlns:p14="http://schemas.microsoft.com/office/powerpoint/2010/main" val="22931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F1B3-E693-4DC7-99C1-E0DB8915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BC97-733F-4F9B-8D47-0737891DB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1218" y="1755251"/>
            <a:ext cx="10711181" cy="473975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Можно наследовать конструкторы родителя с помощью </a:t>
            </a:r>
            <a:r>
              <a:rPr lang="en-US" dirty="0"/>
              <a:t>using </a:t>
            </a:r>
            <a:r>
              <a:rPr lang="ru-RU" dirty="0"/>
              <a:t>- сгенерируется конструктор для наследника, вызывающий конструктор </a:t>
            </a:r>
            <a:r>
              <a:rPr lang="en-US" dirty="0"/>
              <a:t>Base</a:t>
            </a:r>
            <a:r>
              <a:rPr lang="ru-RU" dirty="0"/>
              <a:t>, поля конструкторов одинаковые</a:t>
            </a:r>
          </a:p>
          <a:p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Конструктор копирования не наследуется, потому что тогда можно было бы не скопировать поля наследника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Также можно использовать </a:t>
            </a:r>
            <a:r>
              <a:rPr lang="en-US" dirty="0"/>
              <a:t>using </a:t>
            </a:r>
            <a:r>
              <a:rPr lang="ru-RU" dirty="0"/>
              <a:t>с методами и полями, чтобы избежать перекрытия методов родителя методами наследника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65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46B4-AE6F-427C-BFCD-5408C78F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60" y="642444"/>
            <a:ext cx="10058039" cy="1354217"/>
          </a:xfrm>
        </p:spPr>
        <p:txBody>
          <a:bodyPr/>
          <a:lstStyle/>
          <a:p>
            <a:r>
              <a:rPr lang="ru-RU" dirty="0"/>
              <a:t>Приведение типов при наследовании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FD33E-ED34-4968-9C08-6DE3B4909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Можно принимать наследника по ссылке</a:t>
            </a:r>
            <a:r>
              <a:rPr lang="en-US" dirty="0"/>
              <a:t>/</a:t>
            </a:r>
            <a:r>
              <a:rPr lang="ru-RU" dirty="0"/>
              <a:t>указателя на родителя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Если принимать по значению, то происходит </a:t>
            </a:r>
            <a:r>
              <a:rPr lang="en-US" dirty="0"/>
              <a:t>slicing:</a:t>
            </a:r>
          </a:p>
          <a:p>
            <a:r>
              <a:rPr lang="en-US" dirty="0"/>
              <a:t> 	</a:t>
            </a:r>
            <a:r>
              <a:rPr lang="ru-RU" dirty="0"/>
              <a:t>Будет сгенерирован конструктор </a:t>
            </a:r>
            <a:r>
              <a:rPr lang="en-US" dirty="0"/>
              <a:t>Base(Derived d), </a:t>
            </a:r>
            <a:r>
              <a:rPr lang="ru-RU" dirty="0"/>
              <a:t>который забирает поля </a:t>
            </a:r>
            <a:r>
              <a:rPr lang="en-US" dirty="0"/>
              <a:t>Base </a:t>
            </a:r>
            <a:r>
              <a:rPr lang="ru-RU" dirty="0"/>
              <a:t>у </a:t>
            </a:r>
            <a:r>
              <a:rPr lang="en-US" dirty="0"/>
              <a:t>d </a:t>
            </a:r>
            <a:r>
              <a:rPr lang="ru-RU" dirty="0"/>
              <a:t>себе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В обратную сторону не работает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Если у </a:t>
            </a:r>
            <a:r>
              <a:rPr lang="en-US" dirty="0"/>
              <a:t>Base </a:t>
            </a:r>
            <a:r>
              <a:rPr lang="ru-RU" dirty="0"/>
              <a:t>есть нетривиальный конструктор копирования, то вызовется он</a:t>
            </a:r>
          </a:p>
        </p:txBody>
      </p:sp>
    </p:spTree>
    <p:extLst>
      <p:ext uri="{BB962C8B-B14F-4D97-AF65-F5344CB8AC3E}">
        <p14:creationId xmlns:p14="http://schemas.microsoft.com/office/powerpoint/2010/main" val="369927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DE02-83EE-4665-A583-9142B5EE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60" y="642444"/>
            <a:ext cx="8762639" cy="1354217"/>
          </a:xfrm>
        </p:spPr>
        <p:txBody>
          <a:bodyPr/>
          <a:lstStyle/>
          <a:p>
            <a:r>
              <a:rPr lang="ru-RU" dirty="0"/>
              <a:t>Множественное наследование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2041-39ED-4A10-B97F-1D8C699DB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75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</TotalTime>
  <Words>206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Microsoft Sans Serif</vt:lpstr>
      <vt:lpstr>Office Theme</vt:lpstr>
      <vt:lpstr>Семинар по C++ №12</vt:lpstr>
      <vt:lpstr>Виды наследования:</vt:lpstr>
      <vt:lpstr>Layout</vt:lpstr>
      <vt:lpstr>Parent constructor</vt:lpstr>
      <vt:lpstr>using</vt:lpstr>
      <vt:lpstr>Приведение типов при наследовании</vt:lpstr>
      <vt:lpstr>Множественное наследование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Семинар_11</dc:title>
  <cp:lastModifiedBy>Konstantin Dragun</cp:lastModifiedBy>
  <cp:revision>13</cp:revision>
  <dcterms:created xsi:type="dcterms:W3CDTF">2024-11-21T10:18:23Z</dcterms:created>
  <dcterms:modified xsi:type="dcterms:W3CDTF">2024-11-22T01:05:45Z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2023-12-17T00:00:00Z</vt:filetime>
  </property>
  <property fmtid="{D5CDD505-2E9C-101B-9397-08002B2CF9AE}" pid="3" name="Creator">
    <vt:lpwstr>Keynote</vt:lpwstr>
  </property>
  <property fmtid="{D5CDD505-2E9C-101B-9397-08002B2CF9AE}" pid="4" name="LastSaved">
    <vt:filetime>2024-11-21T00:00:00Z</vt:filetime>
  </property>
  <property fmtid="{D5CDD505-2E9C-101B-9397-08002B2CF9AE}" pid="5" name="Producer">
    <vt:lpwstr>macOS Version 13.6.2 (Build 22G320) Quartz PDFContext</vt:lpwstr>
  </property>
</Properties>
</file>