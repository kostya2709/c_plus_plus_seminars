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06.10.2025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ostya2709/tes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motionhosting.com/support/server/ssh/how-to-add-ssh-keys-to-your-github-account/" TargetMode="External"/><Relationship Id="rId2" Type="http://schemas.openxmlformats.org/officeDocument/2006/relationships/hyperlink" Target="https://learngitbranching.js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Семинар по C++ №6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7200" dirty="0" err="1"/>
              <a:t>Git</a:t>
            </a:r>
            <a:endParaRPr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42064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dirty="0"/>
              <a:t>VCS (Version Control</a:t>
            </a:r>
            <a:r>
              <a:rPr lang="en-US" dirty="0"/>
              <a:t> System</a:t>
            </a:r>
            <a:r>
              <a:rPr dirty="0"/>
              <a:t>)</a:t>
            </a:r>
          </a:p>
        </p:txBody>
      </p:sp>
      <p:sp>
        <p:nvSpPr>
          <p:cNvPr id="1789539189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143658" name=" 1292143657"/>
          <p:cNvSpPr/>
          <p:nvPr/>
        </p:nvSpPr>
        <p:spPr bwMode="auto">
          <a:xfrm>
            <a:off x="6027964" y="6630388"/>
            <a:ext cx="254916" cy="365795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1883796004" name="Picture 188379600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82392" y="1537606"/>
            <a:ext cx="3735134" cy="3039811"/>
          </a:xfrm>
          <a:prstGeom prst="rect">
            <a:avLst/>
          </a:prstGeom>
        </p:spPr>
      </p:pic>
      <p:sp>
        <p:nvSpPr>
          <p:cNvPr id="593818953" name=" 593818952"/>
          <p:cNvSpPr/>
          <p:nvPr/>
        </p:nvSpPr>
        <p:spPr bwMode="auto">
          <a:xfrm>
            <a:off x="9702378" y="6891054"/>
            <a:ext cx="237000" cy="365795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1807950427" name="Picture 180795042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84560" y="1474427"/>
            <a:ext cx="4069238" cy="2526865"/>
          </a:xfrm>
          <a:prstGeom prst="rect">
            <a:avLst/>
          </a:prstGeom>
        </p:spPr>
      </p:pic>
      <p:sp>
        <p:nvSpPr>
          <p:cNvPr id="763918707" name=" 763918706"/>
          <p:cNvSpPr/>
          <p:nvPr/>
        </p:nvSpPr>
        <p:spPr bwMode="auto">
          <a:xfrm>
            <a:off x="13207559" y="5994064"/>
            <a:ext cx="254916" cy="365795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1687624400" name="Picture 168762439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489535" y="3057512"/>
            <a:ext cx="4021783" cy="31298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71627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Установка</a:t>
            </a:r>
          </a:p>
        </p:txBody>
      </p:sp>
      <p:sp>
        <p:nvSpPr>
          <p:cNvPr id="584614289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200" dirty="0">
                <a:latin typeface="Ubuntu"/>
                <a:ea typeface="Ubuntu"/>
                <a:cs typeface="Ubuntu"/>
              </a:rPr>
              <a:t>Mac</a:t>
            </a:r>
          </a:p>
          <a:p>
            <a:pPr marL="0" indent="0">
              <a:buFont typeface="Arial"/>
              <a:buNone/>
              <a:defRPr/>
            </a:pP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brew install git</a:t>
            </a:r>
          </a:p>
          <a:p>
            <a:pPr>
              <a:defRPr/>
            </a:pPr>
            <a:endParaRPr sz="2200" dirty="0">
              <a:latin typeface="Ubuntu"/>
              <a:ea typeface="Ubuntu"/>
              <a:cs typeface="Ubuntu"/>
            </a:endParaRPr>
          </a:p>
          <a:p>
            <a:pPr>
              <a:defRPr/>
            </a:pP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Ubuntu</a:t>
            </a:r>
          </a:p>
          <a:p>
            <a:pPr marL="0" indent="0">
              <a:buFont typeface="Arial"/>
              <a:buNone/>
              <a:defRPr/>
            </a:pPr>
            <a:r>
              <a:rPr sz="2200" b="0" i="0" u="none" dirty="0" err="1">
                <a:solidFill>
                  <a:srgbClr val="000000"/>
                </a:solidFill>
                <a:latin typeface="Ubuntu"/>
                <a:ea typeface="Ubuntu"/>
                <a:cs typeface="Ubuntu"/>
              </a:rPr>
              <a:t>sudo</a:t>
            </a: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 apt install git</a:t>
            </a:r>
          </a:p>
          <a:p>
            <a:pPr>
              <a:defRPr/>
            </a:pPr>
            <a:endParaRPr sz="2200" dirty="0">
              <a:latin typeface="Ubuntu"/>
              <a:ea typeface="Ubuntu"/>
              <a:cs typeface="Ubuntu"/>
            </a:endParaRPr>
          </a:p>
          <a:p>
            <a:pPr>
              <a:defRPr/>
            </a:pP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Windows:</a:t>
            </a:r>
          </a:p>
          <a:p>
            <a:pPr marL="0" indent="0">
              <a:buFont typeface="Arial"/>
              <a:buNone/>
              <a:defRPr/>
            </a:pP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- </a:t>
            </a:r>
            <a:r>
              <a:rPr sz="2200" b="0" i="0" u="none" dirty="0" err="1">
                <a:solidFill>
                  <a:srgbClr val="000000"/>
                </a:solidFill>
                <a:latin typeface="Ubuntu"/>
                <a:ea typeface="Ubuntu"/>
                <a:cs typeface="Ubuntu"/>
              </a:rPr>
              <a:t>не</a:t>
            </a: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 </a:t>
            </a:r>
            <a:r>
              <a:rPr sz="2200" b="0" i="0" u="none" dirty="0" err="1">
                <a:solidFill>
                  <a:srgbClr val="000000"/>
                </a:solidFill>
                <a:latin typeface="Ubuntu"/>
                <a:ea typeface="Ubuntu"/>
                <a:cs typeface="Ubuntu"/>
              </a:rPr>
              <a:t>нужен</a:t>
            </a: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, </a:t>
            </a:r>
            <a:r>
              <a:rPr sz="2200" b="0" i="0" u="none" dirty="0" err="1">
                <a:solidFill>
                  <a:srgbClr val="000000"/>
                </a:solidFill>
                <a:latin typeface="Ubuntu"/>
                <a:ea typeface="Ubuntu"/>
                <a:cs typeface="Ubuntu"/>
              </a:rPr>
              <a:t>ибо</a:t>
            </a: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 у </a:t>
            </a:r>
            <a:r>
              <a:rPr sz="2200" b="0" i="0" u="none" dirty="0" err="1">
                <a:solidFill>
                  <a:srgbClr val="000000"/>
                </a:solidFill>
                <a:latin typeface="Ubuntu"/>
                <a:ea typeface="Ubuntu"/>
                <a:cs typeface="Ubuntu"/>
              </a:rPr>
              <a:t>всех</a:t>
            </a: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 </a:t>
            </a:r>
            <a:r>
              <a:rPr sz="2200" b="0" i="0" u="none" dirty="0" err="1">
                <a:solidFill>
                  <a:srgbClr val="000000"/>
                </a:solidFill>
                <a:latin typeface="Ubuntu"/>
                <a:ea typeface="Ubuntu"/>
                <a:cs typeface="Ubuntu"/>
              </a:rPr>
              <a:t>уже</a:t>
            </a: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 Mac </a:t>
            </a:r>
            <a:r>
              <a:rPr sz="2200" b="0" i="0" u="none" dirty="0" err="1">
                <a:solidFill>
                  <a:srgbClr val="000000"/>
                </a:solidFill>
                <a:latin typeface="Ubuntu"/>
                <a:ea typeface="Ubuntu"/>
                <a:cs typeface="Ubuntu"/>
              </a:rPr>
              <a:t>или</a:t>
            </a:r>
            <a:r>
              <a:rPr sz="2200" b="0" i="0" u="none" dirty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 Linux</a:t>
            </a:r>
            <a:endParaRPr sz="2200" dirty="0">
              <a:latin typeface="Ubuntu"/>
              <a:ea typeface="Ubuntu"/>
              <a:cs typeface="Ubunt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52696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Настройка</a:t>
            </a:r>
          </a:p>
        </p:txBody>
      </p:sp>
      <p:sp>
        <p:nvSpPr>
          <p:cNvPr id="1085628105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dirty="0"/>
              <a:t>git config --global user.name </a:t>
            </a:r>
            <a:r>
              <a:rPr lang="en-US" dirty="0"/>
              <a:t>"</a:t>
            </a:r>
            <a:r>
              <a:rPr dirty="0" err="1"/>
              <a:t>Vasya_Pupkin</a:t>
            </a:r>
            <a:r>
              <a:rPr lang="en-US" dirty="0"/>
              <a:t>"</a:t>
            </a:r>
            <a:endParaRPr dirty="0"/>
          </a:p>
          <a:p>
            <a:pPr marL="0" indent="0">
              <a:buFont typeface="Arial"/>
              <a:buNone/>
              <a:defRPr/>
            </a:pPr>
            <a:r>
              <a:rPr lang="en-US" dirty="0"/>
              <a:t>g</a:t>
            </a:r>
            <a:r>
              <a:rPr dirty="0"/>
              <a:t>it config --global </a:t>
            </a:r>
            <a:r>
              <a:rPr dirty="0" err="1"/>
              <a:t>user.email</a:t>
            </a:r>
            <a:r>
              <a:rPr dirty="0"/>
              <a:t> </a:t>
            </a:r>
            <a:r>
              <a:rPr lang="en-US" dirty="0"/>
              <a:t>"</a:t>
            </a:r>
            <a:r>
              <a:rPr dirty="0"/>
              <a:t>pupkin.va@phystech.edu</a:t>
            </a:r>
            <a:r>
              <a:rPr lang="en-US" dirty="0"/>
              <a:t>"</a:t>
            </a:r>
            <a:endParaRPr dirty="0"/>
          </a:p>
          <a:p>
            <a:pPr marL="0" indent="0">
              <a:buFont typeface="Arial"/>
              <a:buNone/>
              <a:defRPr/>
            </a:pPr>
            <a:endParaRPr dirty="0"/>
          </a:p>
          <a:p>
            <a:pPr marL="0" indent="0">
              <a:buFont typeface="Arial"/>
              <a:buNone/>
              <a:defRPr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15535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Полетели</a:t>
            </a:r>
          </a:p>
        </p:txBody>
      </p:sp>
      <p:sp>
        <p:nvSpPr>
          <p:cNvPr id="1078656641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dirty="0"/>
              <a:t>git </a:t>
            </a:r>
            <a:r>
              <a:rPr dirty="0" err="1"/>
              <a:t>init</a:t>
            </a:r>
            <a:endParaRPr dirty="0"/>
          </a:p>
          <a:p>
            <a:pPr>
              <a:defRPr/>
            </a:pPr>
            <a:r>
              <a:rPr dirty="0"/>
              <a:t>git add .</a:t>
            </a:r>
          </a:p>
          <a:p>
            <a:pPr>
              <a:defRPr/>
            </a:pPr>
            <a:r>
              <a:rPr dirty="0"/>
              <a:t>git commit -m </a:t>
            </a:r>
            <a:r>
              <a:rPr lang="en-US" dirty="0"/>
              <a:t>"</a:t>
            </a:r>
            <a:r>
              <a:rPr dirty="0"/>
              <a:t>My first repo</a:t>
            </a:r>
            <a:r>
              <a:rPr lang="en-US" dirty="0"/>
              <a:t>"</a:t>
            </a:r>
            <a:endParaRPr dirty="0"/>
          </a:p>
          <a:p>
            <a:pPr>
              <a:defRPr/>
            </a:pPr>
            <a:r>
              <a:rPr dirty="0"/>
              <a:t>git push –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так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.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создадим</a:t>
            </a:r>
            <a:r>
              <a:rPr dirty="0"/>
              <a:t> </a:t>
            </a:r>
            <a:r>
              <a:rPr dirty="0" err="1"/>
              <a:t>удалённый</a:t>
            </a:r>
            <a:r>
              <a:rPr dirty="0"/>
              <a:t> </a:t>
            </a:r>
            <a:r>
              <a:rPr dirty="0" err="1"/>
              <a:t>репозиторий</a:t>
            </a:r>
            <a:endParaRPr dirty="0"/>
          </a:p>
          <a:p>
            <a:pPr>
              <a:defRPr/>
            </a:pPr>
            <a:r>
              <a:rPr dirty="0"/>
              <a:t>git remote add origin </a:t>
            </a:r>
            <a:r>
              <a:rPr lang="ru-RU" sz="2800" b="0" i="0" u="sng" strike="noStrike" cap="none" spc="0" dirty="0">
                <a:latin typeface="Arial"/>
                <a:ea typeface="Arial"/>
                <a:cs typeface="Arial"/>
                <a:hlinkClick r:id="rId2" tooltip="https://github.com/kostya2709/test"/>
              </a:rPr>
              <a:t>https://github.com/kostya2709/test</a:t>
            </a:r>
            <a:r>
              <a:rPr dirty="0"/>
              <a:t> – origin –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удалённого</a:t>
            </a:r>
            <a:r>
              <a:rPr dirty="0"/>
              <a:t> </a:t>
            </a:r>
            <a:r>
              <a:rPr dirty="0" err="1"/>
              <a:t>репозитория</a:t>
            </a:r>
            <a:endParaRPr dirty="0"/>
          </a:p>
          <a:p>
            <a:pPr>
              <a:defRPr/>
            </a:pPr>
            <a:r>
              <a:rPr dirty="0"/>
              <a:t>git pull origin master – </a:t>
            </a:r>
            <a:r>
              <a:rPr dirty="0" err="1"/>
              <a:t>подтянуть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в </a:t>
            </a:r>
            <a:r>
              <a:rPr dirty="0" err="1"/>
              <a:t>ветке</a:t>
            </a:r>
            <a:r>
              <a:rPr dirty="0"/>
              <a:t> master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удалённого</a:t>
            </a:r>
            <a:r>
              <a:rPr dirty="0"/>
              <a:t> </a:t>
            </a:r>
            <a:r>
              <a:rPr dirty="0" err="1"/>
              <a:t>репозитория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666787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Узнать, что происходит</a:t>
            </a:r>
          </a:p>
        </p:txBody>
      </p:sp>
      <p:sp>
        <p:nvSpPr>
          <p:cNvPr id="516880406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 lnSpcReduction="10000"/>
          </a:bodyPr>
          <a:lstStyle/>
          <a:p>
            <a:pPr>
              <a:defRPr/>
            </a:pPr>
            <a:r>
              <a:rPr sz="3600" dirty="0"/>
              <a:t>git status – </a:t>
            </a:r>
            <a:r>
              <a:rPr sz="3600" dirty="0" err="1"/>
              <a:t>текущее</a:t>
            </a:r>
            <a:r>
              <a:rPr sz="3600" dirty="0"/>
              <a:t> </a:t>
            </a:r>
            <a:r>
              <a:rPr sz="3600" dirty="0" err="1"/>
              <a:t>состояние</a:t>
            </a:r>
            <a:endParaRPr sz="3600" dirty="0"/>
          </a:p>
          <a:p>
            <a:pPr>
              <a:defRPr/>
            </a:pPr>
            <a:r>
              <a:rPr sz="3600" dirty="0"/>
              <a:t>git log – </a:t>
            </a:r>
            <a:r>
              <a:rPr sz="3600" dirty="0" err="1"/>
              <a:t>посмотреть</a:t>
            </a:r>
            <a:r>
              <a:rPr sz="3600" dirty="0"/>
              <a:t> </a:t>
            </a:r>
            <a:r>
              <a:rPr sz="3600" dirty="0" err="1"/>
              <a:t>историю</a:t>
            </a:r>
            <a:endParaRPr sz="3600" dirty="0"/>
          </a:p>
          <a:p>
            <a:pPr>
              <a:defRPr/>
            </a:pPr>
            <a:r>
              <a:rPr sz="3600" dirty="0"/>
              <a:t>git show – </a:t>
            </a:r>
            <a:r>
              <a:rPr sz="3600" dirty="0" err="1"/>
              <a:t>информацию</a:t>
            </a:r>
            <a:r>
              <a:rPr sz="3600" dirty="0"/>
              <a:t> о </a:t>
            </a:r>
            <a:r>
              <a:rPr sz="3600" dirty="0" err="1"/>
              <a:t>чем-либо</a:t>
            </a:r>
            <a:r>
              <a:rPr sz="3600" dirty="0"/>
              <a:t> (</a:t>
            </a:r>
            <a:r>
              <a:rPr sz="3600" dirty="0" err="1"/>
              <a:t>по</a:t>
            </a:r>
            <a:r>
              <a:rPr sz="3600" dirty="0"/>
              <a:t> </a:t>
            </a:r>
            <a:r>
              <a:rPr sz="3600" dirty="0" err="1"/>
              <a:t>умолчанию</a:t>
            </a:r>
            <a:r>
              <a:rPr sz="3600" dirty="0"/>
              <a:t>, </a:t>
            </a:r>
            <a:r>
              <a:rPr sz="3600" dirty="0" err="1"/>
              <a:t>текущий</a:t>
            </a:r>
            <a:r>
              <a:rPr sz="3600" dirty="0"/>
              <a:t> </a:t>
            </a:r>
            <a:r>
              <a:rPr sz="3600" dirty="0" err="1"/>
              <a:t>коммит</a:t>
            </a:r>
            <a:r>
              <a:rPr sz="3600" dirty="0"/>
              <a:t>)</a:t>
            </a:r>
          </a:p>
          <a:p>
            <a:pPr>
              <a:defRPr/>
            </a:pPr>
            <a:r>
              <a:rPr sz="3600" dirty="0"/>
              <a:t>git branch – </a:t>
            </a:r>
            <a:r>
              <a:rPr sz="3600" dirty="0" err="1"/>
              <a:t>получить</a:t>
            </a:r>
            <a:r>
              <a:rPr sz="3600" dirty="0"/>
              <a:t> </a:t>
            </a:r>
            <a:r>
              <a:rPr sz="3600" dirty="0" err="1"/>
              <a:t>информацию</a:t>
            </a:r>
            <a:r>
              <a:rPr sz="3600" dirty="0"/>
              <a:t> </a:t>
            </a:r>
            <a:r>
              <a:rPr sz="3600" dirty="0" err="1"/>
              <a:t>по</a:t>
            </a:r>
            <a:r>
              <a:rPr sz="3600" dirty="0"/>
              <a:t> </a:t>
            </a:r>
            <a:r>
              <a:rPr sz="3600" dirty="0" err="1"/>
              <a:t>веткам</a:t>
            </a:r>
            <a:endParaRPr sz="3600" dirty="0"/>
          </a:p>
          <a:p>
            <a:pPr>
              <a:defRPr/>
            </a:pPr>
            <a:r>
              <a:rPr sz="3600" dirty="0"/>
              <a:t>git help </a:t>
            </a:r>
            <a:r>
              <a:rPr sz="3600" dirty="0" err="1"/>
              <a:t>cmd_name</a:t>
            </a:r>
            <a:r>
              <a:rPr sz="3600" dirty="0"/>
              <a:t> – </a:t>
            </a:r>
            <a:r>
              <a:rPr sz="3600" dirty="0" err="1"/>
              <a:t>получить</a:t>
            </a:r>
            <a:r>
              <a:rPr sz="3600" dirty="0"/>
              <a:t> </a:t>
            </a:r>
            <a:r>
              <a:rPr sz="3600" dirty="0" err="1"/>
              <a:t>информацию</a:t>
            </a:r>
            <a:r>
              <a:rPr sz="3600" dirty="0"/>
              <a:t> о </a:t>
            </a:r>
            <a:r>
              <a:rPr sz="3600" dirty="0" err="1"/>
              <a:t>команде</a:t>
            </a:r>
            <a:endParaRPr lang="en-US" sz="3600" dirty="0"/>
          </a:p>
          <a:p>
            <a:pPr>
              <a:defRPr/>
            </a:pPr>
            <a:r>
              <a:rPr lang="en-US" sz="3600" dirty="0"/>
              <a:t>git remote –v – </a:t>
            </a:r>
            <a:r>
              <a:rPr lang="ru-RU" sz="3600" dirty="0"/>
              <a:t>информация о </a:t>
            </a:r>
            <a:r>
              <a:rPr lang="en-US" sz="3600" dirty="0"/>
              <a:t>remote</a:t>
            </a:r>
            <a:endParaRPr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316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Ветки</a:t>
            </a:r>
          </a:p>
        </p:txBody>
      </p:sp>
      <p:sp>
        <p:nvSpPr>
          <p:cNvPr id="75363296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dirty="0"/>
              <a:t>git branch </a:t>
            </a:r>
            <a:r>
              <a:rPr dirty="0" err="1"/>
              <a:t>branch_name</a:t>
            </a:r>
            <a:r>
              <a:rPr dirty="0"/>
              <a:t> – </a:t>
            </a: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ветку</a:t>
            </a:r>
            <a:r>
              <a:rPr dirty="0"/>
              <a:t> </a:t>
            </a:r>
            <a:r>
              <a:rPr dirty="0" err="1"/>
              <a:t>branch_name</a:t>
            </a:r>
            <a:endParaRPr dirty="0"/>
          </a:p>
          <a:p>
            <a:pPr>
              <a:defRPr/>
            </a:pPr>
            <a:r>
              <a:rPr dirty="0"/>
              <a:t>git checkout </a:t>
            </a:r>
            <a:r>
              <a:rPr dirty="0" err="1"/>
              <a:t>branch_name</a:t>
            </a:r>
            <a:r>
              <a:rPr dirty="0"/>
              <a:t> – </a:t>
            </a:r>
            <a:r>
              <a:rPr dirty="0" err="1"/>
              <a:t>переключиться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другую</a:t>
            </a:r>
            <a:r>
              <a:rPr dirty="0"/>
              <a:t> </a:t>
            </a:r>
            <a:r>
              <a:rPr dirty="0" err="1"/>
              <a:t>ветку</a:t>
            </a:r>
            <a:endParaRPr dirty="0"/>
          </a:p>
          <a:p>
            <a:pPr>
              <a:defRPr/>
            </a:pPr>
            <a:r>
              <a:rPr lang="en-US" dirty="0"/>
              <a:t>g</a:t>
            </a:r>
            <a:r>
              <a:rPr dirty="0"/>
              <a:t>it merge </a:t>
            </a:r>
            <a:r>
              <a:rPr dirty="0" err="1"/>
              <a:t>branch_name</a:t>
            </a:r>
            <a:r>
              <a:rPr dirty="0"/>
              <a:t> – </a:t>
            </a:r>
            <a:r>
              <a:rPr dirty="0" err="1"/>
              <a:t>влить</a:t>
            </a:r>
            <a:r>
              <a:rPr dirty="0"/>
              <a:t> </a:t>
            </a:r>
            <a:r>
              <a:rPr dirty="0" err="1"/>
              <a:t>ветку</a:t>
            </a:r>
            <a:r>
              <a:rPr dirty="0"/>
              <a:t> </a:t>
            </a:r>
            <a:r>
              <a:rPr dirty="0" err="1"/>
              <a:t>branch_name</a:t>
            </a:r>
            <a:r>
              <a:rPr dirty="0"/>
              <a:t> в </a:t>
            </a:r>
            <a:r>
              <a:rPr dirty="0" err="1"/>
              <a:t>текущую</a:t>
            </a:r>
            <a:r>
              <a:rPr dirty="0"/>
              <a:t> </a:t>
            </a:r>
            <a:r>
              <a:rPr dirty="0" err="1"/>
              <a:t>ветку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47048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Git Data Transport Commands</a:t>
            </a:r>
          </a:p>
        </p:txBody>
      </p:sp>
      <p:sp>
        <p:nvSpPr>
          <p:cNvPr id="31527700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417495" name=" 1983417494"/>
          <p:cNvSpPr/>
          <p:nvPr/>
        </p:nvSpPr>
        <p:spPr bwMode="auto">
          <a:xfrm>
            <a:off x="6906558" y="4755691"/>
            <a:ext cx="254916" cy="365795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561232770" name="Picture 56123276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37999" y="1463851"/>
            <a:ext cx="9544050" cy="54101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64159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Где заботать</a:t>
            </a:r>
          </a:p>
        </p:txBody>
      </p:sp>
      <p:sp>
        <p:nvSpPr>
          <p:cNvPr id="731825545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u="sng">
                <a:hlinkClick r:id="rId2" tooltip="https://learngitbranching.js.org/"/>
              </a:rPr>
              <a:t>https://learngitbranching.js.org/</a:t>
            </a:r>
            <a:endParaRPr/>
          </a:p>
          <a:p>
            <a:pPr>
              <a:defRPr/>
            </a:pPr>
            <a:r>
              <a:rPr u="sng">
                <a:hlinkClick r:id="rId3" tooltip="https://www.inmotionhosting.com/support/server/ssh/how-to-add-ssh-keys-to-your-github-account/"/>
              </a:rPr>
              <a:t>Set SSH on GitHub</a:t>
            </a:r>
            <a:endParaRPr/>
          </a:p>
          <a:p>
            <a:pPr>
              <a:defRPr/>
            </a:pPr>
            <a:r>
              <a:t>Git Graph – расширение для VSCode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1483</TotalTime>
  <Words>238</Words>
  <Application>Microsoft Office PowerPoint</Application>
  <DocSecurity>0</DocSecurity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Ubuntu</vt:lpstr>
      <vt:lpstr>Office Theme</vt:lpstr>
      <vt:lpstr>Семинар по C++ №6</vt:lpstr>
      <vt:lpstr>VCS (Version Control System)</vt:lpstr>
      <vt:lpstr>Установка</vt:lpstr>
      <vt:lpstr>Настройка</vt:lpstr>
      <vt:lpstr>Полетели</vt:lpstr>
      <vt:lpstr>Узнать, что происходит</vt:lpstr>
      <vt:lpstr>Ветки</vt:lpstr>
      <vt:lpstr>Git Data Transport Commands</vt:lpstr>
      <vt:lpstr>Где заботать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по C++ №11</dc:title>
  <dc:subject/>
  <dc:creator/>
  <cp:keywords/>
  <dc:description/>
  <cp:lastModifiedBy>Konstantin Dragun</cp:lastModifiedBy>
  <cp:revision>11</cp:revision>
  <dcterms:created xsi:type="dcterms:W3CDTF">2012-12-03T06:56:55Z</dcterms:created>
  <dcterms:modified xsi:type="dcterms:W3CDTF">2025-10-05T22:08:17Z</dcterms:modified>
  <cp:category/>
  <dc:identifier/>
  <cp:contentStatus/>
  <dc:language/>
  <cp:version/>
</cp:coreProperties>
</file>